
<file path=[Content_Types].xml><?xml version="1.0" encoding="utf-8"?>
<Types xmlns="http://schemas.openxmlformats.org/package/2006/content-types">
  <Default Extension="svg" ContentType="image/svg+xml"/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2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19.xml" ContentType="application/vnd.openxmlformats-officedocument.presentationml.notes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21.xml" ContentType="application/vnd.openxmlformats-officedocument.presentationml.slide+xml"/>
  <Override PartName="/ppt/slideLayouts/slideLayout13.xml" ContentType="application/vnd.openxmlformats-officedocument.presentationml.slideLayout+xml"/>
  <Override PartName="/ppt/notesSlides/notesSlide15.xml" ContentType="application/vnd.openxmlformats-officedocument.presentationml.notes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4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3.xml" ContentType="application/vnd.openxmlformats-officedocument.presentationml.notesSlide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notesSlides/notesSlide17.xml" ContentType="application/vnd.openxmlformats-officedocument.presentationml.notes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notesSlides/notesSlide12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90" d="100"/>
          <a:sy n="90" d="100"/>
        </p:scale>
        <p:origin x="408" y="7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 /><Relationship Id="rId29" Type="http://schemas.openxmlformats.org/officeDocument/2006/relationships/tableStyles" Target="tableStyles.xml" /><Relationship Id="rId3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147655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00688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77F218E-73CB-4CC4-B771-ACFFF60376E3}" type="datetimeFigureOut">
              <a:rPr lang="en-US"/>
              <a:t>10/30/25</a:t>
            </a:fld>
            <a:endParaRPr lang="en-US"/>
          </a:p>
        </p:txBody>
      </p:sp>
      <p:sp>
        <p:nvSpPr>
          <p:cNvPr id="179294598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6392223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3845756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7661696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808D5B9-6A21-4507-8802-8558DE1BAFF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91750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56213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6510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88F6DB-3FA4-0E75-3F69-D23CED9746B8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91763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30725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7210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BFC3A2-0BDC-08BB-B749-30B1A6D27F84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242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3513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00893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CFCB60-B73B-F53E-6BEA-B0C012136AC3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3076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612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25640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0C5E97-A7B7-1BD8-709C-D87C7823869F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773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3704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2985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18B6ED-16BB-8C96-B074-52840127A5FE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7863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0679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729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6399EF-F0DD-AA96-A3B4-70569F4AA81F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0912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83455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9953217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620B15C6-4FA6-7DAD-9586-A5791BA872E3}" type="slidenum">
              <a:rPr lang="en-US"/>
              <a:t/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979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81484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416518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B600D470-C117-A5EA-7C5F-2C82B466A665}" type="slidenum">
              <a:rPr lang="en-US"/>
              <a:t/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6941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7260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4446845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BFE8829D-A890-796D-3CA4-E0BE8705102F}" type="slidenum">
              <a:rPr lang="en-US"/>
              <a:t/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6472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74029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55417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CFE55C-B7B4-CE1C-9BDC-17F366666477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64962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4090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94400915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0D05CBB3-EEEE-F6DC-018D-D9D36F9B1E25}" type="slidenum">
              <a:rPr lang="en-US"/>
              <a:t/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6022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87834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7904751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E2F33F3-84B9-BBB0-1A65-5DD66CC0275F}" type="slidenum">
              <a:rPr lang="en-US"/>
              <a:t/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2190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260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9301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853B20-D5F4-5282-BCEF-F286DDCAE1CA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4411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34969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2417901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12F2979-98E4-8F77-7342-3655200D8BBF}" type="slidenum">
              <a:rPr lang="en-US"/>
              <a:t/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835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15003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3128358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590EBF11-7AFB-26E5-AEB4-433B45ED8521}" type="slidenum">
              <a:rPr lang="en-US"/>
              <a:t/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39374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33136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1956573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81435215-B217-9F05-AA25-5AD67934D536}" type="slidenum">
              <a:rPr lang="en-US"/>
              <a:t/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66849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6955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63968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420C91-9425-291B-EA57-84E6C1E36D22}" type="slidenum">
              <a:rPr/>
              <a:t/>
            </a:fld>
            <a:endParaRPr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509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91532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07232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0236AD-BDFA-0F57-8101-22C3F8F97450}" type="slidenum">
              <a:rPr/>
              <a:t/>
            </a:fld>
            <a:endParaRPr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30652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1646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8737253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766042C4-936E-2165-C2B5-1E659000B8EE}" type="slidenum">
              <a:rPr lang="en-US"/>
              <a:t/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27685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7762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90376523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C1095C0B-939B-5FFC-158F-FEB7631FC3C7}" type="slidenum">
              <a:rPr lang="en-US"/>
              <a:t/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94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2688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3151885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BFF80103-65CB-C413-DA6B-2D53DF2B95BE}" type="slidenum">
              <a:rPr lang="en-US"/>
              <a:t/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69154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4428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8977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DAD805-B59F-D83B-A8BA-A0EE771ECE05}" type="slidenum">
              <a:rPr/>
              <a:t/>
            </a:fld>
            <a:endParaRPr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7545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5739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7857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502764-D244-010B-4FE0-AC6CCC1BCDD7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Theme 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7687883" name="Picture 6"/>
          <p:cNvPicPr/>
          <p:nvPr userDrawn="1"/>
        </p:nvPicPr>
        <p:blipFill>
          <a:blip r:embed="rId2"/>
          <a:srcRect l="0" t="914" r="7" b="42832"/>
          <a:stretch/>
        </p:blipFill>
        <p:spPr bwMode="auto">
          <a:xfrm>
            <a:off x="0" y="0"/>
            <a:ext cx="12189969" cy="6858000"/>
          </a:xfrm>
          <a:prstGeom prst="rect">
            <a:avLst/>
          </a:prstGeom>
        </p:spPr>
      </p:pic>
      <p:sp>
        <p:nvSpPr>
          <p:cNvPr id="913119771" name="Rectangle 14"/>
          <p:cNvSpPr/>
          <p:nvPr userDrawn="1"/>
        </p:nvSpPr>
        <p:spPr bwMode="auto">
          <a:xfrm flipV="1">
            <a:off x="0" y="0"/>
            <a:ext cx="12192000" cy="117483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rgbClr val="D81EBF">
                  <a:alpha val="34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91304669" name="Rectangle 2"/>
          <p:cNvSpPr/>
          <p:nvPr userDrawn="1"/>
        </p:nvSpPr>
        <p:spPr bwMode="auto">
          <a:xfrm>
            <a:off x="0" y="5862865"/>
            <a:ext cx="12192000" cy="995135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rgbClr val="4B7CAA">
                  <a:alpha val="7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722298575" name="Picture 3" descr="A black and white logo&#10;&#10;AI-generated content may be incorrect.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978610" y="639971"/>
            <a:ext cx="8234779" cy="557805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bg>
      <p:bgPr shadeToTitle="0">
        <a:solidFill>
          <a:srgbClr val="4B7CA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1996393" name="Picture 30"/>
          <p:cNvPicPr>
            <a:picLocks noChangeAspect="1"/>
          </p:cNvPicPr>
          <p:nvPr userDrawn="1"/>
        </p:nvPicPr>
        <p:blipFill>
          <a:blip r:embed="rId2"/>
          <a:srcRect l="3907" t="36581" r="41579" b="0"/>
          <a:stretch/>
        </p:blipFill>
        <p:spPr bwMode="auto">
          <a:xfrm>
            <a:off x="0" y="0"/>
            <a:ext cx="12189969" cy="6076806"/>
          </a:xfrm>
          <a:prstGeom prst="rect">
            <a:avLst/>
          </a:prstGeom>
        </p:spPr>
      </p:pic>
      <p:sp>
        <p:nvSpPr>
          <p:cNvPr id="1981994913" name="Rectangle 3"/>
          <p:cNvSpPr/>
          <p:nvPr userDrawn="1"/>
        </p:nvSpPr>
        <p:spPr bwMode="auto">
          <a:xfrm>
            <a:off x="0" y="-1"/>
            <a:ext cx="12192000" cy="6076801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5826702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457200" y="2053909"/>
            <a:ext cx="11277600" cy="2387600"/>
          </a:xfrm>
        </p:spPr>
        <p:txBody>
          <a:bodyPr anchor="b">
            <a:normAutofit/>
          </a:bodyPr>
          <a:lstStyle>
            <a:lvl1pPr algn="l">
              <a:defRPr sz="6600"/>
            </a:lvl1pPr>
          </a:lstStyle>
          <a:p>
            <a:pPr>
              <a:defRPr/>
            </a:pPr>
            <a:r>
              <a:rPr lang="en-US"/>
              <a:t>INSERT TITLE</a:t>
            </a:r>
            <a:endParaRPr/>
          </a:p>
        </p:txBody>
      </p:sp>
      <p:sp>
        <p:nvSpPr>
          <p:cNvPr id="1725922513" name="TextBox 19"/>
          <p:cNvSpPr txBox="1"/>
          <p:nvPr userDrawn="1"/>
        </p:nvSpPr>
        <p:spPr bwMode="auto">
          <a:xfrm>
            <a:off x="457200" y="6216134"/>
            <a:ext cx="800100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defRPr/>
            </a:pPr>
            <a:r>
              <a:rPr lang="en-US" b="0">
                <a:solidFill>
                  <a:schemeClr val="bg1"/>
                </a:solidFill>
              </a:rPr>
              <a:t>#BHEU</a:t>
            </a:r>
            <a:endParaRPr/>
          </a:p>
        </p:txBody>
      </p:sp>
      <p:sp>
        <p:nvSpPr>
          <p:cNvPr id="423926526" name="TextBox 20"/>
          <p:cNvSpPr txBox="1"/>
          <p:nvPr userDrawn="1"/>
        </p:nvSpPr>
        <p:spPr bwMode="auto">
          <a:xfrm>
            <a:off x="1752599" y="6216134"/>
            <a:ext cx="2077657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defRPr/>
            </a:pPr>
            <a:r>
              <a:rPr lang="en-US" b="0">
                <a:solidFill>
                  <a:schemeClr val="bg1"/>
                </a:solidFill>
              </a:rPr>
              <a:t>@BlackHatEvents</a:t>
            </a:r>
            <a:endParaRPr/>
          </a:p>
        </p:txBody>
      </p:sp>
      <p:cxnSp>
        <p:nvCxnSpPr>
          <p:cNvPr id="1134395875" name="Straight Connector 22"/>
          <p:cNvCxnSpPr/>
          <p:nvPr userDrawn="1"/>
        </p:nvCxnSpPr>
        <p:spPr bwMode="auto">
          <a:xfrm>
            <a:off x="1504950" y="6266495"/>
            <a:ext cx="0" cy="26861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883968" name="Straight Connector 27"/>
          <p:cNvCxnSpPr/>
          <p:nvPr userDrawn="1"/>
        </p:nvCxnSpPr>
        <p:spPr bwMode="auto">
          <a:xfrm>
            <a:off x="0" y="6076806"/>
            <a:ext cx="12188952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735047" name="Rectangle 4"/>
          <p:cNvSpPr/>
          <p:nvPr userDrawn="1"/>
        </p:nvSpPr>
        <p:spPr bwMode="auto">
          <a:xfrm flipV="1">
            <a:off x="0" y="0"/>
            <a:ext cx="12192000" cy="117483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rgbClr val="D81EBF">
                  <a:alpha val="34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1492648734" name="Group 8"/>
          <p:cNvGrpSpPr/>
          <p:nvPr userDrawn="1"/>
        </p:nvGrpSpPr>
        <p:grpSpPr bwMode="auto">
          <a:xfrm>
            <a:off x="443149" y="4551902"/>
            <a:ext cx="11291649" cy="590308"/>
            <a:chOff x="457200" y="2745029"/>
            <a:chExt cx="5478779" cy="590308"/>
          </a:xfrm>
        </p:grpSpPr>
        <p:sp>
          <p:nvSpPr>
            <p:cNvPr id="10" name="Rectangle 9"/>
            <p:cNvSpPr/>
            <p:nvPr userDrawn="1"/>
          </p:nvSpPr>
          <p:spPr bwMode="auto">
            <a:xfrm>
              <a:off x="457201" y="2745029"/>
              <a:ext cx="5478778" cy="590308"/>
            </a:xfrm>
            <a:prstGeom prst="rect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rgbClr val="4B7CAA">
                    <a:alpha val="51000"/>
                  </a:srgb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1" name="Straight Connector 10"/>
            <p:cNvCxnSpPr/>
            <p:nvPr userDrawn="1"/>
          </p:nvCxnSpPr>
          <p:spPr bwMode="auto">
            <a:xfrm>
              <a:off x="457200" y="2745029"/>
              <a:ext cx="5478779" cy="0"/>
            </a:xfrm>
            <a:prstGeom prst="line">
              <a:avLst/>
            </a:prstGeom>
            <a:ln w="25400">
              <a:solidFill>
                <a:srgbClr val="4B7CA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8600894" name="Subtitle 2"/>
          <p:cNvSpPr>
            <a:spLocks noGrp="1"/>
          </p:cNvSpPr>
          <p:nvPr>
            <p:ph type="subTitle" idx="1"/>
          </p:nvPr>
        </p:nvSpPr>
        <p:spPr bwMode="auto">
          <a:xfrm>
            <a:off x="457200" y="4671060"/>
            <a:ext cx="11277600" cy="1057328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rgbClr val="4B7CA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pic>
        <p:nvPicPr>
          <p:cNvPr id="85419036" name="logo" descr="A black and white logo&#10;&#10;AI-generated content may be incorrect.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307473" y="339698"/>
            <a:ext cx="3536704" cy="15592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Section Divider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8776467" name="Picture 19"/>
          <p:cNvPicPr>
            <a:picLocks noChangeAspect="1"/>
          </p:cNvPicPr>
          <p:nvPr userDrawn="1"/>
        </p:nvPicPr>
        <p:blipFill>
          <a:blip r:embed="rId2"/>
          <a:srcRect l="33729" t="4763" r="40272" b="11013"/>
          <a:stretch/>
        </p:blipFill>
        <p:spPr bwMode="auto">
          <a:xfrm flipH="1">
            <a:off x="0" y="1"/>
            <a:ext cx="4940359" cy="6858000"/>
          </a:xfrm>
          <a:prstGeom prst="rect">
            <a:avLst/>
          </a:prstGeom>
        </p:spPr>
      </p:pic>
      <p:sp>
        <p:nvSpPr>
          <p:cNvPr id="1413418836" name="Rectangle 3"/>
          <p:cNvSpPr/>
          <p:nvPr userDrawn="1"/>
        </p:nvSpPr>
        <p:spPr bwMode="auto">
          <a:xfrm flipH="1">
            <a:off x="-2" y="0"/>
            <a:ext cx="4948443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53940490" name="Rectangle 15"/>
          <p:cNvSpPr/>
          <p:nvPr userDrawn="1"/>
        </p:nvSpPr>
        <p:spPr bwMode="auto">
          <a:xfrm flipV="1">
            <a:off x="0" y="0"/>
            <a:ext cx="12192000" cy="117483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rgbClr val="D81EBF">
                  <a:alpha val="34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31243920" name="Rectangle 1"/>
          <p:cNvSpPr/>
          <p:nvPr userDrawn="1"/>
        </p:nvSpPr>
        <p:spPr bwMode="auto">
          <a:xfrm>
            <a:off x="0" y="5862865"/>
            <a:ext cx="12192000" cy="995135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rgbClr val="4B7CAA">
                  <a:alpha val="7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56552243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4635663" y="2717051"/>
            <a:ext cx="7099137" cy="238760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pPr>
              <a:defRPr/>
            </a:pPr>
            <a:r>
              <a:rPr lang="en-US"/>
              <a:t>INSERT TITLE</a:t>
            </a:r>
            <a:endParaRPr/>
          </a:p>
        </p:txBody>
      </p:sp>
      <p:grpSp>
        <p:nvGrpSpPr>
          <p:cNvPr id="553764761" name="Group 10"/>
          <p:cNvGrpSpPr/>
          <p:nvPr userDrawn="1"/>
        </p:nvGrpSpPr>
        <p:grpSpPr bwMode="auto">
          <a:xfrm>
            <a:off x="4626819" y="5215043"/>
            <a:ext cx="7107980" cy="590308"/>
            <a:chOff x="457200" y="2745029"/>
            <a:chExt cx="5478779" cy="590308"/>
          </a:xfrm>
        </p:grpSpPr>
        <p:sp>
          <p:nvSpPr>
            <p:cNvPr id="12" name="Rectangle 11"/>
            <p:cNvSpPr/>
            <p:nvPr userDrawn="1"/>
          </p:nvSpPr>
          <p:spPr bwMode="auto">
            <a:xfrm>
              <a:off x="457201" y="2745029"/>
              <a:ext cx="5478778" cy="590308"/>
            </a:xfrm>
            <a:prstGeom prst="rect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rgbClr val="4B7CAA">
                    <a:alpha val="51000"/>
                  </a:srgb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3" name="Straight Connector 12"/>
            <p:cNvCxnSpPr/>
            <p:nvPr userDrawn="1"/>
          </p:nvCxnSpPr>
          <p:spPr bwMode="auto">
            <a:xfrm>
              <a:off x="457200" y="2745029"/>
              <a:ext cx="5478779" cy="0"/>
            </a:xfrm>
            <a:prstGeom prst="line">
              <a:avLst/>
            </a:prstGeom>
            <a:ln w="25400">
              <a:solidFill>
                <a:srgbClr val="4B7CA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00487028" name="Subtitle 2"/>
          <p:cNvSpPr>
            <a:spLocks noGrp="1"/>
          </p:cNvSpPr>
          <p:nvPr>
            <p:ph type="subTitle" idx="1"/>
          </p:nvPr>
        </p:nvSpPr>
        <p:spPr bwMode="auto">
          <a:xfrm>
            <a:off x="4635663" y="5334201"/>
            <a:ext cx="7099137" cy="1057328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rgbClr val="4B7CA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pic>
        <p:nvPicPr>
          <p:cNvPr id="1001536161" name="logo" descr="A black and white logo&#10;&#10;AI-generated content may be incorrect.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4510512" y="342741"/>
            <a:ext cx="2114341" cy="93215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Agenda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3145059" name="Title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INSERT TITLE</a:t>
            </a:r>
            <a:endParaRPr/>
          </a:p>
        </p:txBody>
      </p:sp>
      <p:sp>
        <p:nvSpPr>
          <p:cNvPr id="1761931224" name="Content Placeholder 2"/>
          <p:cNvSpPr>
            <a:spLocks noGrp="1"/>
          </p:cNvSpPr>
          <p:nvPr>
            <p:ph idx="1"/>
          </p:nvPr>
        </p:nvSpPr>
        <p:spPr bwMode="auto">
          <a:xfrm>
            <a:off x="457198" y="1524388"/>
            <a:ext cx="11277602" cy="551814"/>
          </a:xfrm>
        </p:spPr>
        <p:txBody>
          <a:bodyPr/>
          <a:lstStyle>
            <a:lvl1pPr>
              <a:buNone/>
              <a:defRPr/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87712968" name="Text Placeholder 11"/>
          <p:cNvSpPr>
            <a:spLocks noGrp="1"/>
          </p:cNvSpPr>
          <p:nvPr>
            <p:ph type="body" sz="quarter" idx="13"/>
          </p:nvPr>
        </p:nvSpPr>
        <p:spPr bwMode="auto">
          <a:xfrm>
            <a:off x="457198" y="2121922"/>
            <a:ext cx="7726682" cy="314253"/>
          </a:xfrm>
        </p:spPr>
        <p:txBody>
          <a:bodyPr tIns="0" bIns="0"/>
          <a:lstStyle>
            <a:lvl1pPr marL="0" indent="0">
              <a:buNone/>
              <a:defRPr sz="1800" b="1">
                <a:solidFill>
                  <a:srgbClr val="4B7CAA"/>
                </a:solidFill>
              </a:defRPr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cxnSp>
        <p:nvCxnSpPr>
          <p:cNvPr id="45186579" name="Straight Connector 13"/>
          <p:cNvCxnSpPr/>
          <p:nvPr userDrawn="1"/>
        </p:nvCxnSpPr>
        <p:spPr bwMode="auto">
          <a:xfrm>
            <a:off x="457199" y="2517197"/>
            <a:ext cx="112775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2627635" name="TextBox 16"/>
          <p:cNvSpPr txBox="1"/>
          <p:nvPr userDrawn="1"/>
        </p:nvSpPr>
        <p:spPr bwMode="auto">
          <a:xfrm>
            <a:off x="10754360" y="2121922"/>
            <a:ext cx="980440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>
              <a:defRPr/>
            </a:pPr>
            <a:r>
              <a:rPr lang="en-US" b="1">
                <a:solidFill>
                  <a:srgbClr val="4B7CAA"/>
                </a:solidFill>
              </a:rPr>
              <a:t>Time</a:t>
            </a:r>
            <a:endParaRPr/>
          </a:p>
        </p:txBody>
      </p:sp>
      <p:sp>
        <p:nvSpPr>
          <p:cNvPr id="598965954" name="Content Placeholder 2"/>
          <p:cNvSpPr>
            <a:spLocks noGrp="1"/>
          </p:cNvSpPr>
          <p:nvPr>
            <p:ph idx="14"/>
          </p:nvPr>
        </p:nvSpPr>
        <p:spPr bwMode="auto">
          <a:xfrm>
            <a:off x="457198" y="2604520"/>
            <a:ext cx="7726682" cy="674073"/>
          </a:xfrm>
        </p:spPr>
        <p:txBody>
          <a:bodyPr anchor="ctr">
            <a:normAutofit/>
          </a:bodyPr>
          <a:lstStyle>
            <a:lvl1pPr>
              <a:buNone/>
              <a:defRPr sz="1800"/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5171338" name="Content Placeholder 2"/>
          <p:cNvSpPr>
            <a:spLocks noGrp="1"/>
          </p:cNvSpPr>
          <p:nvPr>
            <p:ph idx="15"/>
          </p:nvPr>
        </p:nvSpPr>
        <p:spPr bwMode="auto">
          <a:xfrm>
            <a:off x="457198" y="3283132"/>
            <a:ext cx="7726682" cy="674073"/>
          </a:xfrm>
        </p:spPr>
        <p:txBody>
          <a:bodyPr anchor="ctr">
            <a:normAutofit/>
          </a:bodyPr>
          <a:lstStyle>
            <a:lvl1pPr>
              <a:buNone/>
              <a:defRPr sz="1800"/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26578597" name="Content Placeholder 2"/>
          <p:cNvSpPr>
            <a:spLocks noGrp="1"/>
          </p:cNvSpPr>
          <p:nvPr>
            <p:ph idx="16"/>
          </p:nvPr>
        </p:nvSpPr>
        <p:spPr bwMode="auto">
          <a:xfrm>
            <a:off x="457198" y="3961744"/>
            <a:ext cx="7726682" cy="674073"/>
          </a:xfrm>
        </p:spPr>
        <p:txBody>
          <a:bodyPr anchor="ctr">
            <a:normAutofit/>
          </a:bodyPr>
          <a:lstStyle>
            <a:lvl1pPr>
              <a:buNone/>
              <a:defRPr sz="1800"/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25762917" name="Content Placeholder 2"/>
          <p:cNvSpPr>
            <a:spLocks noGrp="1"/>
          </p:cNvSpPr>
          <p:nvPr>
            <p:ph idx="17"/>
          </p:nvPr>
        </p:nvSpPr>
        <p:spPr bwMode="auto">
          <a:xfrm>
            <a:off x="457198" y="4640355"/>
            <a:ext cx="7726682" cy="674073"/>
          </a:xfrm>
        </p:spPr>
        <p:txBody>
          <a:bodyPr anchor="ctr">
            <a:normAutofit/>
          </a:bodyPr>
          <a:lstStyle>
            <a:lvl1pPr>
              <a:buNone/>
              <a:defRPr sz="1800"/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86643365" name="Content Placeholder 2"/>
          <p:cNvSpPr>
            <a:spLocks noGrp="1"/>
          </p:cNvSpPr>
          <p:nvPr>
            <p:ph idx="18" hasCustomPrompt="1"/>
          </p:nvPr>
        </p:nvSpPr>
        <p:spPr bwMode="auto">
          <a:xfrm>
            <a:off x="8265160" y="2604520"/>
            <a:ext cx="3469638" cy="674073"/>
          </a:xfrm>
        </p:spPr>
        <p:txBody>
          <a:bodyPr anchor="ctr">
            <a:normAutofit/>
          </a:bodyPr>
          <a:lstStyle>
            <a:lvl1pPr algn="r">
              <a:buNone/>
              <a:defRPr sz="1800"/>
            </a:lvl1pPr>
          </a:lstStyle>
          <a:p>
            <a:pPr lvl="0">
              <a:defRPr/>
            </a:pPr>
            <a:r>
              <a:rPr lang="en-US"/>
              <a:t>Time</a:t>
            </a:r>
            <a:endParaRPr/>
          </a:p>
        </p:txBody>
      </p:sp>
      <p:sp>
        <p:nvSpPr>
          <p:cNvPr id="423129640" name="Content Placeholder 2"/>
          <p:cNvSpPr>
            <a:spLocks noGrp="1"/>
          </p:cNvSpPr>
          <p:nvPr>
            <p:ph idx="19" hasCustomPrompt="1"/>
          </p:nvPr>
        </p:nvSpPr>
        <p:spPr bwMode="auto">
          <a:xfrm>
            <a:off x="8265160" y="3283132"/>
            <a:ext cx="3469638" cy="674073"/>
          </a:xfrm>
        </p:spPr>
        <p:txBody>
          <a:bodyPr anchor="ctr">
            <a:normAutofit/>
          </a:bodyPr>
          <a:lstStyle>
            <a:lvl1pPr algn="r">
              <a:buNone/>
              <a:defRPr sz="1800"/>
            </a:lvl1pPr>
          </a:lstStyle>
          <a:p>
            <a:pPr lvl="0">
              <a:defRPr/>
            </a:pPr>
            <a:r>
              <a:rPr lang="en-US"/>
              <a:t>Time</a:t>
            </a:r>
            <a:endParaRPr/>
          </a:p>
        </p:txBody>
      </p:sp>
      <p:sp>
        <p:nvSpPr>
          <p:cNvPr id="2089788565" name="Content Placeholder 2"/>
          <p:cNvSpPr>
            <a:spLocks noGrp="1"/>
          </p:cNvSpPr>
          <p:nvPr>
            <p:ph idx="20" hasCustomPrompt="1"/>
          </p:nvPr>
        </p:nvSpPr>
        <p:spPr bwMode="auto">
          <a:xfrm>
            <a:off x="8265160" y="3961744"/>
            <a:ext cx="3469638" cy="674073"/>
          </a:xfrm>
        </p:spPr>
        <p:txBody>
          <a:bodyPr anchor="ctr">
            <a:normAutofit/>
          </a:bodyPr>
          <a:lstStyle>
            <a:lvl1pPr algn="r">
              <a:buNone/>
              <a:defRPr sz="1800"/>
            </a:lvl1pPr>
          </a:lstStyle>
          <a:p>
            <a:pPr lvl="0">
              <a:defRPr/>
            </a:pPr>
            <a:r>
              <a:rPr lang="en-US"/>
              <a:t>Time</a:t>
            </a:r>
            <a:endParaRPr/>
          </a:p>
        </p:txBody>
      </p:sp>
      <p:sp>
        <p:nvSpPr>
          <p:cNvPr id="230828261" name="Content Placeholder 2"/>
          <p:cNvSpPr>
            <a:spLocks noGrp="1"/>
          </p:cNvSpPr>
          <p:nvPr>
            <p:ph idx="21" hasCustomPrompt="1"/>
          </p:nvPr>
        </p:nvSpPr>
        <p:spPr bwMode="auto">
          <a:xfrm>
            <a:off x="8265162" y="4640355"/>
            <a:ext cx="3469638" cy="674073"/>
          </a:xfrm>
        </p:spPr>
        <p:txBody>
          <a:bodyPr anchor="ctr">
            <a:normAutofit/>
          </a:bodyPr>
          <a:lstStyle>
            <a:lvl1pPr algn="r">
              <a:buNone/>
              <a:defRPr sz="1800"/>
            </a:lvl1pPr>
          </a:lstStyle>
          <a:p>
            <a:pPr lvl="0">
              <a:defRPr/>
            </a:pPr>
            <a:r>
              <a:rPr lang="en-US"/>
              <a:t>Time</a:t>
            </a:r>
            <a:endParaRPr/>
          </a:p>
        </p:txBody>
      </p:sp>
      <p:sp>
        <p:nvSpPr>
          <p:cNvPr id="2108601830" name="Content Placeholder 2"/>
          <p:cNvSpPr>
            <a:spLocks noGrp="1"/>
          </p:cNvSpPr>
          <p:nvPr>
            <p:ph idx="22"/>
          </p:nvPr>
        </p:nvSpPr>
        <p:spPr bwMode="auto">
          <a:xfrm>
            <a:off x="457198" y="5333612"/>
            <a:ext cx="7726682" cy="674073"/>
          </a:xfrm>
        </p:spPr>
        <p:txBody>
          <a:bodyPr anchor="ctr">
            <a:normAutofit/>
          </a:bodyPr>
          <a:lstStyle>
            <a:lvl1pPr>
              <a:buNone/>
              <a:defRPr sz="1800"/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04629589" name="Content Placeholder 2"/>
          <p:cNvSpPr>
            <a:spLocks noGrp="1"/>
          </p:cNvSpPr>
          <p:nvPr>
            <p:ph idx="23" hasCustomPrompt="1"/>
          </p:nvPr>
        </p:nvSpPr>
        <p:spPr bwMode="auto">
          <a:xfrm>
            <a:off x="8265162" y="5333612"/>
            <a:ext cx="3469638" cy="674073"/>
          </a:xfrm>
        </p:spPr>
        <p:txBody>
          <a:bodyPr anchor="ctr">
            <a:normAutofit/>
          </a:bodyPr>
          <a:lstStyle>
            <a:lvl1pPr algn="r">
              <a:buNone/>
              <a:defRPr sz="1800"/>
            </a:lvl1pPr>
          </a:lstStyle>
          <a:p>
            <a:pPr lvl="0">
              <a:defRPr/>
            </a:pPr>
            <a:r>
              <a:rPr lang="en-US"/>
              <a:t>Time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 Speaker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2509980" name="Picture 34"/>
          <p:cNvPicPr>
            <a:picLocks noChangeAspect="1"/>
          </p:cNvPicPr>
          <p:nvPr userDrawn="1"/>
        </p:nvPicPr>
        <p:blipFill>
          <a:blip r:embed="rId2"/>
          <a:srcRect l="1043" t="30499" r="46022" b="0"/>
          <a:stretch/>
        </p:blipFill>
        <p:spPr bwMode="auto">
          <a:xfrm>
            <a:off x="2031" y="0"/>
            <a:ext cx="12189969" cy="6858000"/>
          </a:xfrm>
          <a:prstGeom prst="rect">
            <a:avLst/>
          </a:prstGeom>
        </p:spPr>
      </p:pic>
      <p:sp>
        <p:nvSpPr>
          <p:cNvPr id="238667989" name="Rectangle 4"/>
          <p:cNvSpPr/>
          <p:nvPr userDrawn="1"/>
        </p:nvSpPr>
        <p:spPr bwMode="auto">
          <a:xfrm>
            <a:off x="0" y="5862865"/>
            <a:ext cx="12192000" cy="995135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rgbClr val="4B7CAA">
                  <a:alpha val="7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0182559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5214362" y="3541605"/>
            <a:ext cx="6520435" cy="988893"/>
          </a:xfrm>
        </p:spPr>
        <p:txBody>
          <a:bodyPr anchor="b"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FIRST NAME LAST NAME</a:t>
            </a:r>
            <a:endParaRPr/>
          </a:p>
        </p:txBody>
      </p:sp>
      <p:sp>
        <p:nvSpPr>
          <p:cNvPr id="1282295583" name="Text Placeholder 26"/>
          <p:cNvSpPr>
            <a:spLocks noGrp="1"/>
          </p:cNvSpPr>
          <p:nvPr>
            <p:ph type="body" sz="quarter" idx="14"/>
          </p:nvPr>
        </p:nvSpPr>
        <p:spPr bwMode="auto">
          <a:xfrm>
            <a:off x="5214362" y="4825473"/>
            <a:ext cx="6520435" cy="948420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B7CAA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53795207" name="Rectangle 2"/>
          <p:cNvSpPr/>
          <p:nvPr userDrawn="1"/>
        </p:nvSpPr>
        <p:spPr bwMode="auto">
          <a:xfrm flipV="1">
            <a:off x="0" y="0"/>
            <a:ext cx="12192000" cy="117483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rgbClr val="D81EBF">
                  <a:alpha val="34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438531463" name="Group 8"/>
          <p:cNvGrpSpPr/>
          <p:nvPr userDrawn="1"/>
        </p:nvGrpSpPr>
        <p:grpSpPr bwMode="auto">
          <a:xfrm>
            <a:off x="3991428" y="4677984"/>
            <a:ext cx="7743369" cy="590308"/>
            <a:chOff x="457200" y="2745029"/>
            <a:chExt cx="5478779" cy="590308"/>
          </a:xfrm>
        </p:grpSpPr>
        <p:sp>
          <p:nvSpPr>
            <p:cNvPr id="10" name="Rectangle 9"/>
            <p:cNvSpPr/>
            <p:nvPr userDrawn="1"/>
          </p:nvSpPr>
          <p:spPr bwMode="auto">
            <a:xfrm>
              <a:off x="457201" y="2745029"/>
              <a:ext cx="5478778" cy="590308"/>
            </a:xfrm>
            <a:prstGeom prst="rect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rgbClr val="4B7CAA">
                    <a:alpha val="51000"/>
                  </a:srgb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2" name="Straight Connector 11"/>
            <p:cNvCxnSpPr/>
            <p:nvPr userDrawn="1"/>
          </p:nvCxnSpPr>
          <p:spPr bwMode="auto">
            <a:xfrm>
              <a:off x="457200" y="2745029"/>
              <a:ext cx="5478779" cy="0"/>
            </a:xfrm>
            <a:prstGeom prst="line">
              <a:avLst/>
            </a:prstGeom>
            <a:ln w="25400">
              <a:solidFill>
                <a:srgbClr val="4B7CA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19608300" name="Picture Placeholder 10"/>
          <p:cNvSpPr>
            <a:spLocks noGrp="1"/>
          </p:cNvSpPr>
          <p:nvPr>
            <p:ph type="pic" sz="quarter" idx="13"/>
          </p:nvPr>
        </p:nvSpPr>
        <p:spPr bwMode="auto">
          <a:xfrm>
            <a:off x="457202" y="1225758"/>
            <a:ext cx="4583572" cy="454813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4B7CAA"/>
            </a:solidFill>
          </a:ln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pic>
        <p:nvPicPr>
          <p:cNvPr id="1874667957" name="logo" descr="A black and white logo&#10;&#10;AI-generated content may be incorrect.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0756899" y="6154277"/>
            <a:ext cx="1038096" cy="4576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 Speakers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1527679" name="Picture 4"/>
          <p:cNvPicPr>
            <a:picLocks noChangeAspect="1"/>
          </p:cNvPicPr>
          <p:nvPr userDrawn="1"/>
        </p:nvPicPr>
        <p:blipFill>
          <a:blip r:embed="rId2"/>
          <a:srcRect l="1043" t="30499" r="46022" b="0"/>
          <a:stretch/>
        </p:blipFill>
        <p:spPr bwMode="auto">
          <a:xfrm flipH="1">
            <a:off x="2031" y="0"/>
            <a:ext cx="12189969" cy="6858000"/>
          </a:xfrm>
          <a:prstGeom prst="rect">
            <a:avLst/>
          </a:prstGeom>
        </p:spPr>
      </p:pic>
      <p:sp>
        <p:nvSpPr>
          <p:cNvPr id="1460736447" name="Rectangle 3"/>
          <p:cNvSpPr/>
          <p:nvPr userDrawn="1"/>
        </p:nvSpPr>
        <p:spPr bwMode="auto">
          <a:xfrm flipV="1">
            <a:off x="0" y="0"/>
            <a:ext cx="12192000" cy="6858000"/>
          </a:xfrm>
          <a:prstGeom prst="rect">
            <a:avLst/>
          </a:prstGeom>
          <a:gradFill>
            <a:gsLst>
              <a:gs pos="28000">
                <a:schemeClr val="tx2"/>
              </a:gs>
              <a:gs pos="100000">
                <a:schemeClr val="tx2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73196130" name="Rectangle 1"/>
          <p:cNvSpPr/>
          <p:nvPr userDrawn="1"/>
        </p:nvSpPr>
        <p:spPr bwMode="auto">
          <a:xfrm>
            <a:off x="0" y="5862865"/>
            <a:ext cx="12192000" cy="995135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rgbClr val="4B7CAA">
                  <a:alpha val="7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050228" name="Picture Placeholder 30"/>
          <p:cNvSpPr>
            <a:spLocks noGrp="1"/>
          </p:cNvSpPr>
          <p:nvPr>
            <p:ph type="pic" sz="quarter" idx="15"/>
          </p:nvPr>
        </p:nvSpPr>
        <p:spPr bwMode="auto">
          <a:xfrm>
            <a:off x="1909019" y="1225758"/>
            <a:ext cx="3468746" cy="2881419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4B7CAA"/>
            </a:solidFill>
          </a:ln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48212556" name="Picture Placeholder 47"/>
          <p:cNvSpPr>
            <a:spLocks noGrp="1"/>
          </p:cNvSpPr>
          <p:nvPr>
            <p:ph type="pic" sz="quarter" idx="17"/>
          </p:nvPr>
        </p:nvSpPr>
        <p:spPr bwMode="auto">
          <a:xfrm>
            <a:off x="6814237" y="1225758"/>
            <a:ext cx="3468746" cy="2881419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4B7CAA"/>
            </a:solidFill>
          </a:ln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788676803" name="Text Placeholder 50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1908384" y="4349143"/>
            <a:ext cx="3468744" cy="686229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>
              <a:defRPr/>
            </a:pPr>
            <a:r>
              <a:rPr lang="en-US"/>
              <a:t>FIRST NAME</a:t>
            </a:r>
            <a:br>
              <a:rPr lang="en-US"/>
            </a:br>
            <a:r>
              <a:rPr lang="en-US"/>
              <a:t>LAST NAME</a:t>
            </a:r>
            <a:endParaRPr/>
          </a:p>
        </p:txBody>
      </p:sp>
      <p:sp>
        <p:nvSpPr>
          <p:cNvPr id="603009261" name="Text Placeholder 50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6814238" y="4349143"/>
            <a:ext cx="3468744" cy="686229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>
              <a:defRPr/>
            </a:pPr>
            <a:r>
              <a:rPr lang="en-US"/>
              <a:t>FIRST NAME</a:t>
            </a:r>
            <a:br>
              <a:rPr lang="en-US"/>
            </a:br>
            <a:r>
              <a:rPr lang="en-US"/>
              <a:t>LAST NAME</a:t>
            </a:r>
            <a:endParaRPr/>
          </a:p>
        </p:txBody>
      </p:sp>
      <p:sp>
        <p:nvSpPr>
          <p:cNvPr id="1783662247" name="Rectangle 62"/>
          <p:cNvSpPr/>
          <p:nvPr userDrawn="1"/>
        </p:nvSpPr>
        <p:spPr bwMode="auto">
          <a:xfrm flipV="1">
            <a:off x="0" y="0"/>
            <a:ext cx="12192000" cy="117483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rgbClr val="D81EBF">
                  <a:alpha val="34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497904539" name="Group 10"/>
          <p:cNvGrpSpPr/>
          <p:nvPr userDrawn="1"/>
        </p:nvGrpSpPr>
        <p:grpSpPr bwMode="auto">
          <a:xfrm>
            <a:off x="1908384" y="5194068"/>
            <a:ext cx="3468743" cy="590308"/>
            <a:chOff x="457200" y="2745029"/>
            <a:chExt cx="5478779" cy="590308"/>
          </a:xfrm>
        </p:grpSpPr>
        <p:sp>
          <p:nvSpPr>
            <p:cNvPr id="12" name="Rectangle 11"/>
            <p:cNvSpPr/>
            <p:nvPr userDrawn="1"/>
          </p:nvSpPr>
          <p:spPr bwMode="auto">
            <a:xfrm>
              <a:off x="457201" y="2745029"/>
              <a:ext cx="5478778" cy="590308"/>
            </a:xfrm>
            <a:prstGeom prst="rect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rgbClr val="4B7CAA">
                    <a:alpha val="51000"/>
                  </a:srgb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3" name="Straight Connector 12"/>
            <p:cNvCxnSpPr/>
            <p:nvPr userDrawn="1"/>
          </p:nvCxnSpPr>
          <p:spPr bwMode="auto">
            <a:xfrm>
              <a:off x="457200" y="2745029"/>
              <a:ext cx="5478779" cy="0"/>
            </a:xfrm>
            <a:prstGeom prst="line">
              <a:avLst/>
            </a:prstGeom>
            <a:ln w="25400">
              <a:solidFill>
                <a:srgbClr val="4B7CA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0780791" name="Group 13"/>
          <p:cNvGrpSpPr/>
          <p:nvPr userDrawn="1"/>
        </p:nvGrpSpPr>
        <p:grpSpPr bwMode="auto">
          <a:xfrm>
            <a:off x="6814240" y="5194068"/>
            <a:ext cx="3468743" cy="590308"/>
            <a:chOff x="457200" y="2745029"/>
            <a:chExt cx="5478779" cy="590308"/>
          </a:xfrm>
        </p:grpSpPr>
        <p:sp>
          <p:nvSpPr>
            <p:cNvPr id="15" name="Rectangle 14"/>
            <p:cNvSpPr/>
            <p:nvPr userDrawn="1"/>
          </p:nvSpPr>
          <p:spPr bwMode="auto">
            <a:xfrm>
              <a:off x="457201" y="2745029"/>
              <a:ext cx="5478778" cy="590308"/>
            </a:xfrm>
            <a:prstGeom prst="rect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rgbClr val="4B7CAA">
                    <a:alpha val="51000"/>
                  </a:srgb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6" name="Straight Connector 15"/>
            <p:cNvCxnSpPr/>
            <p:nvPr userDrawn="1"/>
          </p:nvCxnSpPr>
          <p:spPr bwMode="auto">
            <a:xfrm>
              <a:off x="457200" y="2745029"/>
              <a:ext cx="5478779" cy="0"/>
            </a:xfrm>
            <a:prstGeom prst="line">
              <a:avLst/>
            </a:prstGeom>
            <a:ln w="25400">
              <a:solidFill>
                <a:srgbClr val="4B7CA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05613635" name="Text Placeholder 26"/>
          <p:cNvSpPr>
            <a:spLocks noGrp="1"/>
          </p:cNvSpPr>
          <p:nvPr>
            <p:ph type="body" sz="quarter" idx="16"/>
          </p:nvPr>
        </p:nvSpPr>
        <p:spPr bwMode="auto">
          <a:xfrm>
            <a:off x="1909020" y="5359276"/>
            <a:ext cx="3468745" cy="617880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rgbClr val="4B7CAA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53608849" name="Text Placeholder 26"/>
          <p:cNvSpPr>
            <a:spLocks noGrp="1"/>
          </p:cNvSpPr>
          <p:nvPr>
            <p:ph type="body" sz="quarter" idx="18"/>
          </p:nvPr>
        </p:nvSpPr>
        <p:spPr bwMode="auto">
          <a:xfrm>
            <a:off x="6814238" y="5359276"/>
            <a:ext cx="3468745" cy="617880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rgbClr val="4B7CAA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pic>
        <p:nvPicPr>
          <p:cNvPr id="1318021943" name="logo" descr="A black and white logo&#10;&#10;AI-generated content may be incorrect.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0756899" y="6154277"/>
            <a:ext cx="1038096" cy="4576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6 Speakers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8502667" name="Picture 199"/>
          <p:cNvPicPr>
            <a:picLocks noChangeAspect="1"/>
          </p:cNvPicPr>
          <p:nvPr userDrawn="1"/>
        </p:nvPicPr>
        <p:blipFill>
          <a:blip r:embed="rId2"/>
          <a:srcRect l="220" t="49002" r="61782" b="1108"/>
          <a:stretch/>
        </p:blipFill>
        <p:spPr bwMode="auto">
          <a:xfrm>
            <a:off x="2031" y="0"/>
            <a:ext cx="12189969" cy="6858000"/>
          </a:xfrm>
          <a:prstGeom prst="rect">
            <a:avLst/>
          </a:prstGeom>
        </p:spPr>
      </p:pic>
      <p:sp>
        <p:nvSpPr>
          <p:cNvPr id="1684684483" name="Rectangle 62"/>
          <p:cNvSpPr/>
          <p:nvPr userDrawn="1"/>
        </p:nvSpPr>
        <p:spPr bwMode="auto">
          <a:xfrm flipV="1">
            <a:off x="0" y="0"/>
            <a:ext cx="12192000" cy="117483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rgbClr val="D81EBF">
                  <a:alpha val="34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46766666" name="Rectangle 1"/>
          <p:cNvSpPr/>
          <p:nvPr userDrawn="1"/>
        </p:nvSpPr>
        <p:spPr bwMode="auto">
          <a:xfrm>
            <a:off x="0" y="5862865"/>
            <a:ext cx="12192000" cy="995135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rgbClr val="4B7CAA">
                  <a:alpha val="7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92075632" name="Text Placeholder 50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2421690" y="992896"/>
            <a:ext cx="3300398" cy="804055"/>
          </a:xfrm>
        </p:spPr>
        <p:txBody>
          <a:bodyPr anchor="b">
            <a:noAutofit/>
          </a:bodyPr>
          <a:lstStyle>
            <a:lvl1pPr marL="0" indent="0" algn="l">
              <a:buNone/>
              <a:defRPr sz="2000" b="1"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>
              <a:defRPr/>
            </a:pPr>
            <a:r>
              <a:rPr lang="en-US"/>
              <a:t>FIRST NAME</a:t>
            </a:r>
            <a:br>
              <a:rPr lang="en-US"/>
            </a:br>
            <a:r>
              <a:rPr lang="en-US"/>
              <a:t>LAST NAME</a:t>
            </a:r>
            <a:endParaRPr/>
          </a:p>
        </p:txBody>
      </p:sp>
      <p:sp>
        <p:nvSpPr>
          <p:cNvPr id="1259759965" name="Text Placeholder 26"/>
          <p:cNvSpPr>
            <a:spLocks noGrp="1"/>
          </p:cNvSpPr>
          <p:nvPr>
            <p:ph type="body" sz="quarter" idx="16"/>
          </p:nvPr>
        </p:nvSpPr>
        <p:spPr bwMode="auto">
          <a:xfrm>
            <a:off x="2422326" y="1870006"/>
            <a:ext cx="3300399" cy="436715"/>
          </a:xfr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rgbClr val="4B7CAA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01979126" name="Text Placeholder 50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2421690" y="2769017"/>
            <a:ext cx="3300398" cy="804055"/>
          </a:xfrm>
        </p:spPr>
        <p:txBody>
          <a:bodyPr anchor="b">
            <a:noAutofit/>
          </a:bodyPr>
          <a:lstStyle>
            <a:lvl1pPr marL="0" indent="0" algn="l">
              <a:buNone/>
              <a:defRPr sz="2000" b="1"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>
              <a:defRPr/>
            </a:pPr>
            <a:r>
              <a:rPr lang="en-US"/>
              <a:t>FIRST NAME</a:t>
            </a:r>
            <a:br>
              <a:rPr lang="en-US"/>
            </a:br>
            <a:r>
              <a:rPr lang="en-US"/>
              <a:t>LAST NAME</a:t>
            </a:r>
            <a:endParaRPr/>
          </a:p>
        </p:txBody>
      </p:sp>
      <p:sp>
        <p:nvSpPr>
          <p:cNvPr id="2092075539" name="Text Placeholder 26"/>
          <p:cNvSpPr>
            <a:spLocks noGrp="1"/>
          </p:cNvSpPr>
          <p:nvPr>
            <p:ph type="body" sz="quarter" idx="25"/>
          </p:nvPr>
        </p:nvSpPr>
        <p:spPr bwMode="auto">
          <a:xfrm>
            <a:off x="2422326" y="3646127"/>
            <a:ext cx="3300399" cy="436715"/>
          </a:xfr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rgbClr val="4B7CAA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36395007" name="Text Placeholder 50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2421690" y="4545138"/>
            <a:ext cx="3300398" cy="804055"/>
          </a:xfrm>
        </p:spPr>
        <p:txBody>
          <a:bodyPr anchor="b">
            <a:noAutofit/>
          </a:bodyPr>
          <a:lstStyle>
            <a:lvl1pPr marL="0" indent="0" algn="l">
              <a:buNone/>
              <a:defRPr sz="2000" b="1"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>
              <a:defRPr/>
            </a:pPr>
            <a:r>
              <a:rPr lang="en-US"/>
              <a:t>FIRST NAME</a:t>
            </a:r>
            <a:br>
              <a:rPr lang="en-US"/>
            </a:br>
            <a:r>
              <a:rPr lang="en-US"/>
              <a:t>LAST NAME</a:t>
            </a:r>
            <a:endParaRPr/>
          </a:p>
        </p:txBody>
      </p:sp>
      <p:sp>
        <p:nvSpPr>
          <p:cNvPr id="1162278130" name="Text Placeholder 26"/>
          <p:cNvSpPr>
            <a:spLocks noGrp="1"/>
          </p:cNvSpPr>
          <p:nvPr>
            <p:ph type="body" sz="quarter" idx="31"/>
          </p:nvPr>
        </p:nvSpPr>
        <p:spPr bwMode="auto">
          <a:xfrm>
            <a:off x="2422326" y="5422248"/>
            <a:ext cx="3300399" cy="436715"/>
          </a:xfr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rgbClr val="4B7CAA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52330008" name="Picture Placeholder 30"/>
          <p:cNvSpPr>
            <a:spLocks noGrp="1"/>
          </p:cNvSpPr>
          <p:nvPr>
            <p:ph type="pic" sz="quarter" idx="15"/>
          </p:nvPr>
        </p:nvSpPr>
        <p:spPr bwMode="auto">
          <a:xfrm>
            <a:off x="604874" y="871299"/>
            <a:ext cx="1656289" cy="1439324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4B7CAA"/>
            </a:solidFill>
          </a:ln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478493530" name="Picture Placeholder 30"/>
          <p:cNvSpPr>
            <a:spLocks noGrp="1"/>
          </p:cNvSpPr>
          <p:nvPr>
            <p:ph type="pic" sz="quarter" idx="23"/>
          </p:nvPr>
        </p:nvSpPr>
        <p:spPr bwMode="auto">
          <a:xfrm>
            <a:off x="604874" y="2647420"/>
            <a:ext cx="1656289" cy="1439324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4B7CAA"/>
            </a:solidFill>
          </a:ln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79469966" name="Picture Placeholder 30"/>
          <p:cNvSpPr>
            <a:spLocks noGrp="1"/>
          </p:cNvSpPr>
          <p:nvPr>
            <p:ph type="pic" sz="quarter" idx="29"/>
          </p:nvPr>
        </p:nvSpPr>
        <p:spPr bwMode="auto">
          <a:xfrm>
            <a:off x="604874" y="4423541"/>
            <a:ext cx="1656289" cy="1439324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4B7CAA"/>
            </a:solidFill>
          </a:ln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653975742" name="Text Placeholder 50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286093" y="992896"/>
            <a:ext cx="3300398" cy="804055"/>
          </a:xfrm>
        </p:spPr>
        <p:txBody>
          <a:bodyPr anchor="b">
            <a:noAutofit/>
          </a:bodyPr>
          <a:lstStyle>
            <a:lvl1pPr marL="0" indent="0" algn="l">
              <a:buNone/>
              <a:defRPr sz="2000" b="1"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>
              <a:defRPr/>
            </a:pPr>
            <a:r>
              <a:rPr lang="en-US"/>
              <a:t>FIRST NAME</a:t>
            </a:r>
            <a:br>
              <a:rPr lang="en-US"/>
            </a:br>
            <a:r>
              <a:rPr lang="en-US"/>
              <a:t>LAST NAME</a:t>
            </a:r>
            <a:endParaRPr/>
          </a:p>
        </p:txBody>
      </p:sp>
      <p:sp>
        <p:nvSpPr>
          <p:cNvPr id="1369079247" name="Text Placeholder 26"/>
          <p:cNvSpPr>
            <a:spLocks noGrp="1"/>
          </p:cNvSpPr>
          <p:nvPr>
            <p:ph type="body" sz="quarter" idx="33"/>
          </p:nvPr>
        </p:nvSpPr>
        <p:spPr bwMode="auto">
          <a:xfrm>
            <a:off x="8286729" y="1870006"/>
            <a:ext cx="3300399" cy="436715"/>
          </a:xfr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rgbClr val="4B7CAA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17946209" name="Text Placeholder 50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286093" y="2769017"/>
            <a:ext cx="3300398" cy="804055"/>
          </a:xfrm>
        </p:spPr>
        <p:txBody>
          <a:bodyPr anchor="b">
            <a:noAutofit/>
          </a:bodyPr>
          <a:lstStyle>
            <a:lvl1pPr marL="0" indent="0" algn="l">
              <a:buNone/>
              <a:defRPr sz="2000" b="1"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>
              <a:defRPr/>
            </a:pPr>
            <a:r>
              <a:rPr lang="en-US"/>
              <a:t>FIRST NAME</a:t>
            </a:r>
            <a:br>
              <a:rPr lang="en-US"/>
            </a:br>
            <a:r>
              <a:rPr lang="en-US"/>
              <a:t>LAST NAME</a:t>
            </a:r>
            <a:endParaRPr/>
          </a:p>
        </p:txBody>
      </p:sp>
      <p:sp>
        <p:nvSpPr>
          <p:cNvPr id="1750963575" name="Text Placeholder 26"/>
          <p:cNvSpPr>
            <a:spLocks noGrp="1"/>
          </p:cNvSpPr>
          <p:nvPr>
            <p:ph type="body" sz="quarter" idx="35"/>
          </p:nvPr>
        </p:nvSpPr>
        <p:spPr bwMode="auto">
          <a:xfrm>
            <a:off x="8286729" y="3646127"/>
            <a:ext cx="3300399" cy="436715"/>
          </a:xfr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rgbClr val="4B7CAA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7115630" name="Text Placeholder 50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8286093" y="4545138"/>
            <a:ext cx="3300398" cy="804055"/>
          </a:xfrm>
        </p:spPr>
        <p:txBody>
          <a:bodyPr anchor="b">
            <a:noAutofit/>
          </a:bodyPr>
          <a:lstStyle>
            <a:lvl1pPr marL="0" indent="0" algn="l">
              <a:buNone/>
              <a:defRPr sz="2000" b="1"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>
              <a:defRPr/>
            </a:pPr>
            <a:r>
              <a:rPr lang="en-US"/>
              <a:t>FIRST NAME</a:t>
            </a:r>
            <a:br>
              <a:rPr lang="en-US"/>
            </a:br>
            <a:r>
              <a:rPr lang="en-US"/>
              <a:t>LAST NAME</a:t>
            </a:r>
            <a:endParaRPr/>
          </a:p>
        </p:txBody>
      </p:sp>
      <p:sp>
        <p:nvSpPr>
          <p:cNvPr id="978679901" name="Text Placeholder 26"/>
          <p:cNvSpPr>
            <a:spLocks noGrp="1"/>
          </p:cNvSpPr>
          <p:nvPr>
            <p:ph type="body" sz="quarter" idx="37"/>
          </p:nvPr>
        </p:nvSpPr>
        <p:spPr bwMode="auto">
          <a:xfrm>
            <a:off x="8286729" y="5422248"/>
            <a:ext cx="3300399" cy="436715"/>
          </a:xfr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rgbClr val="4B7CAA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23709296" name="Picture Placeholder 30"/>
          <p:cNvSpPr>
            <a:spLocks noGrp="1"/>
          </p:cNvSpPr>
          <p:nvPr>
            <p:ph type="pic" sz="quarter" idx="38"/>
          </p:nvPr>
        </p:nvSpPr>
        <p:spPr bwMode="auto">
          <a:xfrm>
            <a:off x="6469277" y="871299"/>
            <a:ext cx="1656289" cy="1439324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4B7CAA"/>
            </a:solidFill>
          </a:ln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775845477" name="Picture Placeholder 30"/>
          <p:cNvSpPr>
            <a:spLocks noGrp="1"/>
          </p:cNvSpPr>
          <p:nvPr>
            <p:ph type="pic" sz="quarter" idx="39"/>
          </p:nvPr>
        </p:nvSpPr>
        <p:spPr bwMode="auto">
          <a:xfrm>
            <a:off x="6469277" y="2647420"/>
            <a:ext cx="1656289" cy="1439324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4B7CAA"/>
            </a:solidFill>
          </a:ln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35520120" name="Picture Placeholder 30"/>
          <p:cNvSpPr>
            <a:spLocks noGrp="1"/>
          </p:cNvSpPr>
          <p:nvPr>
            <p:ph type="pic" sz="quarter" idx="40"/>
          </p:nvPr>
        </p:nvSpPr>
        <p:spPr bwMode="auto">
          <a:xfrm>
            <a:off x="6469277" y="4423541"/>
            <a:ext cx="1656289" cy="1439324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4B7CAA"/>
            </a:solidFill>
          </a:ln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pic>
        <p:nvPicPr>
          <p:cNvPr id="1794859234" name="logo" descr="A black and white logo&#10;&#10;AI-generated content may be incorrect.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0756899" y="6154277"/>
            <a:ext cx="1038096" cy="4576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Photo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941242" name="Picture 1"/>
          <p:cNvPicPr>
            <a:picLocks noChangeAspect="1"/>
          </p:cNvPicPr>
          <p:nvPr userDrawn="1"/>
        </p:nvPicPr>
        <p:blipFill>
          <a:blip r:embed="rId2"/>
          <a:srcRect l="19430" t="15778" r="16424" b="0"/>
          <a:stretch/>
        </p:blipFill>
        <p:spPr bwMode="auto">
          <a:xfrm>
            <a:off x="0" y="0"/>
            <a:ext cx="12188954" cy="6858000"/>
          </a:xfrm>
          <a:prstGeom prst="rect">
            <a:avLst/>
          </a:prstGeom>
        </p:spPr>
      </p:pic>
      <p:sp>
        <p:nvSpPr>
          <p:cNvPr id="251637458" name="Rectangle 2"/>
          <p:cNvSpPr/>
          <p:nvPr userDrawn="1"/>
        </p:nvSpPr>
        <p:spPr bwMode="auto">
          <a:xfrm>
            <a:off x="0" y="5862865"/>
            <a:ext cx="12192000" cy="995135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rgbClr val="4B7CAA">
                  <a:alpha val="7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49175838" name="Rectangle 45"/>
          <p:cNvSpPr/>
          <p:nvPr userDrawn="1"/>
        </p:nvSpPr>
        <p:spPr bwMode="auto">
          <a:xfrm>
            <a:off x="0" y="0"/>
            <a:ext cx="6096000" cy="6018835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alpha val="49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09000392" name="Rectangle 15"/>
          <p:cNvSpPr/>
          <p:nvPr userDrawn="1"/>
        </p:nvSpPr>
        <p:spPr bwMode="auto">
          <a:xfrm flipV="1">
            <a:off x="0" y="0"/>
            <a:ext cx="12192000" cy="117483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rgbClr val="D81EBF">
                  <a:alpha val="34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88893215" name="Picture Placeholder 8"/>
          <p:cNvSpPr>
            <a:spLocks noAdjustHandles="1" noChangeArrowheads="1" noChangeShapeType="1" noEditPoints="1" noGrp="1" noMove="1" noResize="1" noRot="1"/>
          </p:cNvSpPr>
          <p:nvPr>
            <p:ph type="pic" sz="quarter" idx="11"/>
          </p:nvPr>
        </p:nvSpPr>
        <p:spPr bwMode="auto">
          <a:xfrm>
            <a:off x="4358640" y="-1"/>
            <a:ext cx="7833360" cy="685799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4B7CAA"/>
            </a:solidFill>
          </a:ln>
        </p:spPr>
        <p:txBody>
          <a:bodyPr vert="horz" wrap="square" lIns="0" tIns="45720" rIns="0" bIns="45720" rtlCol="0">
            <a:noAutofit/>
          </a:bodyPr>
          <a:lstStyle>
            <a:lvl1pPr>
              <a:defRPr lang="en-US"/>
            </a:lvl1pPr>
          </a:lstStyle>
          <a:p>
            <a:pPr lvl="0">
              <a:defRPr/>
            </a:pPr>
            <a:endParaRPr lang="en-US"/>
          </a:p>
        </p:txBody>
      </p:sp>
      <p:sp>
        <p:nvSpPr>
          <p:cNvPr id="621184186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457199"/>
            <a:ext cx="3709686" cy="2971800"/>
          </a:xfrm>
        </p:spPr>
        <p:txBody>
          <a:bodyPr tIns="338328" anchor="t"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INSERT TITLE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_Photo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10008165" name="Picture 16"/>
          <p:cNvPicPr>
            <a:picLocks noChangeAspect="1"/>
          </p:cNvPicPr>
          <p:nvPr userDrawn="1"/>
        </p:nvPicPr>
        <p:blipFill>
          <a:blip r:embed="rId2"/>
          <a:srcRect l="-1" t="15778" r="35854" b="0"/>
          <a:stretch/>
        </p:blipFill>
        <p:spPr bwMode="auto">
          <a:xfrm>
            <a:off x="0" y="0"/>
            <a:ext cx="12188954" cy="6858000"/>
          </a:xfrm>
          <a:prstGeom prst="rect">
            <a:avLst/>
          </a:prstGeom>
        </p:spPr>
      </p:pic>
      <p:sp>
        <p:nvSpPr>
          <p:cNvPr id="459533811" name="Rectangle 1"/>
          <p:cNvSpPr/>
          <p:nvPr userDrawn="1"/>
        </p:nvSpPr>
        <p:spPr bwMode="auto">
          <a:xfrm>
            <a:off x="0" y="5862865"/>
            <a:ext cx="12192000" cy="995135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rgbClr val="4B7CAA">
                  <a:alpha val="7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51476501" name="Rectangle 18"/>
          <p:cNvSpPr/>
          <p:nvPr userDrawn="1"/>
        </p:nvSpPr>
        <p:spPr bwMode="auto">
          <a:xfrm>
            <a:off x="6096000" y="0"/>
            <a:ext cx="6096000" cy="6018835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alpha val="49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97115583" name="Rectangle 15"/>
          <p:cNvSpPr/>
          <p:nvPr userDrawn="1"/>
        </p:nvSpPr>
        <p:spPr bwMode="auto">
          <a:xfrm flipV="1">
            <a:off x="0" y="0"/>
            <a:ext cx="12192000" cy="117483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rgbClr val="D81EBF">
                  <a:alpha val="34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72249072" name="Picture Placeholder 8"/>
          <p:cNvSpPr>
            <a:spLocks noGrp="1"/>
          </p:cNvSpPr>
          <p:nvPr>
            <p:ph type="pic" sz="quarter" idx="11"/>
          </p:nvPr>
        </p:nvSpPr>
        <p:spPr bwMode="auto">
          <a:xfrm>
            <a:off x="0" y="-1"/>
            <a:ext cx="7833360" cy="685799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4B7CAA"/>
            </a:solidFill>
          </a:ln>
          <a:effectLst/>
        </p:spPr>
        <p:txBody>
          <a:bodyPr vert="horz" wrap="square" lIns="0" tIns="45720" rIns="0" bIns="45720" rtlCol="0">
            <a:noAutofit/>
          </a:bodyPr>
          <a:lstStyle>
            <a:lvl1pPr>
              <a:defRPr lang="en-US"/>
            </a:lvl1pPr>
          </a:lstStyle>
          <a:p>
            <a:pPr lvl="0">
              <a:defRPr/>
            </a:pPr>
            <a:endParaRPr lang="en-US"/>
          </a:p>
        </p:txBody>
      </p:sp>
      <p:sp>
        <p:nvSpPr>
          <p:cNvPr id="977496516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8025114" y="457199"/>
            <a:ext cx="3709686" cy="2971800"/>
          </a:xfrm>
        </p:spPr>
        <p:txBody>
          <a:bodyPr tIns="338328" anchor="t"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INSERT TITLE</a:t>
            </a:r>
            <a:endParaRPr/>
          </a:p>
        </p:txBody>
      </p:sp>
      <p:pic>
        <p:nvPicPr>
          <p:cNvPr id="736015699" name="logo" descr="A black and white logo&#10;&#10;AI-generated content may be incorrect.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0756899" y="6154277"/>
            <a:ext cx="1038096" cy="4576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3_Photo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62614898" name="Picture 16"/>
          <p:cNvPicPr>
            <a:picLocks noChangeAspect="1"/>
          </p:cNvPicPr>
          <p:nvPr userDrawn="1"/>
        </p:nvPicPr>
        <p:blipFill>
          <a:blip r:embed="rId2"/>
          <a:srcRect l="-1" t="15778" r="35854" b="0"/>
          <a:stretch/>
        </p:blipFill>
        <p:spPr bwMode="auto">
          <a:xfrm>
            <a:off x="0" y="0"/>
            <a:ext cx="12188954" cy="6858000"/>
          </a:xfrm>
          <a:prstGeom prst="rect">
            <a:avLst/>
          </a:prstGeom>
        </p:spPr>
      </p:pic>
      <p:sp>
        <p:nvSpPr>
          <p:cNvPr id="1221695193" name="Rectangle 2"/>
          <p:cNvSpPr/>
          <p:nvPr userDrawn="1"/>
        </p:nvSpPr>
        <p:spPr bwMode="auto">
          <a:xfrm>
            <a:off x="0" y="5862865"/>
            <a:ext cx="12192000" cy="995135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rgbClr val="4B7CAA">
                  <a:alpha val="7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30580076" name="Rectangle 18"/>
          <p:cNvSpPr/>
          <p:nvPr userDrawn="1"/>
        </p:nvSpPr>
        <p:spPr bwMode="auto">
          <a:xfrm>
            <a:off x="0" y="0"/>
            <a:ext cx="12192000" cy="6018835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alpha val="49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7147628" name="Rectangle 15"/>
          <p:cNvSpPr/>
          <p:nvPr userDrawn="1"/>
        </p:nvSpPr>
        <p:spPr bwMode="auto">
          <a:xfrm flipV="1">
            <a:off x="0" y="0"/>
            <a:ext cx="12192000" cy="117483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rgbClr val="D81EBF">
                  <a:alpha val="34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68788983" name="Picture Placeholder 8"/>
          <p:cNvSpPr>
            <a:spLocks noGrp="1"/>
          </p:cNvSpPr>
          <p:nvPr>
            <p:ph type="pic" sz="quarter" idx="11"/>
          </p:nvPr>
        </p:nvSpPr>
        <p:spPr bwMode="auto">
          <a:xfrm>
            <a:off x="457200" y="1825625"/>
            <a:ext cx="11277600" cy="4054013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/>
            </a:solidFill>
          </a:ln>
        </p:spPr>
        <p:txBody>
          <a:bodyPr vert="horz" wrap="square" lIns="0" tIns="45720" rIns="0" bIns="45720" rtlCol="0">
            <a:noAutofit/>
          </a:bodyPr>
          <a:lstStyle>
            <a:lvl1pPr>
              <a:defRPr lang="en-US"/>
            </a:lvl1pPr>
          </a:lstStyle>
          <a:p>
            <a:pPr lvl="0">
              <a:defRPr/>
            </a:pPr>
            <a:endParaRPr lang="en-US"/>
          </a:p>
        </p:txBody>
      </p:sp>
      <p:sp>
        <p:nvSpPr>
          <p:cNvPr id="831416766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457200"/>
            <a:ext cx="11277600" cy="1233488"/>
          </a:xfrm>
        </p:spPr>
        <p:txBody>
          <a:bodyPr/>
          <a:lstStyle/>
          <a:p>
            <a:pPr>
              <a:defRPr/>
            </a:pPr>
            <a:r>
              <a:rPr lang="en-US"/>
              <a:t>INSERT TITLE</a:t>
            </a:r>
            <a:endParaRPr/>
          </a:p>
        </p:txBody>
      </p:sp>
      <p:pic>
        <p:nvPicPr>
          <p:cNvPr id="1462486217" name="logo" descr="A black and white logo&#10;&#10;AI-generated content may be incorrect.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0756899" y="6154277"/>
            <a:ext cx="1038096" cy="4576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1_Title and Content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4855029" name="Title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INSERT TITLE</a:t>
            </a:r>
            <a:endParaRPr/>
          </a:p>
        </p:txBody>
      </p:sp>
      <p:sp>
        <p:nvSpPr>
          <p:cNvPr id="128567601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643655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457200"/>
            <a:ext cx="11277600" cy="1233488"/>
          </a:xfrm>
        </p:spPr>
        <p:txBody>
          <a:bodyPr/>
          <a:lstStyle/>
          <a:p>
            <a:pPr>
              <a:defRPr/>
            </a:pPr>
            <a:r>
              <a:rPr lang="en-US"/>
              <a:t>INSERT TITLE</a:t>
            </a:r>
            <a:endParaRPr/>
          </a:p>
        </p:txBody>
      </p:sp>
      <p:grpSp>
        <p:nvGrpSpPr>
          <p:cNvPr id="1966236625" name="Group 47"/>
          <p:cNvGrpSpPr/>
          <p:nvPr userDrawn="1"/>
        </p:nvGrpSpPr>
        <p:grpSpPr bwMode="auto">
          <a:xfrm>
            <a:off x="457201" y="1704091"/>
            <a:ext cx="5478778" cy="590308"/>
            <a:chOff x="457200" y="2745029"/>
            <a:chExt cx="5478779" cy="590308"/>
          </a:xfrm>
        </p:grpSpPr>
        <p:sp>
          <p:nvSpPr>
            <p:cNvPr id="49" name="Rectangle 48"/>
            <p:cNvSpPr/>
            <p:nvPr userDrawn="1"/>
          </p:nvSpPr>
          <p:spPr bwMode="auto">
            <a:xfrm>
              <a:off x="457201" y="2745029"/>
              <a:ext cx="5478778" cy="590308"/>
            </a:xfrm>
            <a:prstGeom prst="rect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rgbClr val="4B7CAA">
                    <a:alpha val="51000"/>
                  </a:srgb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50" name="Straight Connector 49"/>
            <p:cNvCxnSpPr/>
            <p:nvPr userDrawn="1"/>
          </p:nvCxnSpPr>
          <p:spPr bwMode="auto">
            <a:xfrm>
              <a:off x="457200" y="2745029"/>
              <a:ext cx="5478779" cy="0"/>
            </a:xfrm>
            <a:prstGeom prst="line">
              <a:avLst/>
            </a:prstGeom>
            <a:ln w="25400">
              <a:solidFill>
                <a:srgbClr val="4B7CA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4179451" name="Group 50"/>
          <p:cNvGrpSpPr/>
          <p:nvPr userDrawn="1"/>
        </p:nvGrpSpPr>
        <p:grpSpPr bwMode="auto">
          <a:xfrm>
            <a:off x="457201" y="2745029"/>
            <a:ext cx="5478778" cy="590308"/>
            <a:chOff x="457200" y="2745029"/>
            <a:chExt cx="5478779" cy="590308"/>
          </a:xfrm>
        </p:grpSpPr>
        <p:sp>
          <p:nvSpPr>
            <p:cNvPr id="52" name="Rectangle 51"/>
            <p:cNvSpPr/>
            <p:nvPr userDrawn="1"/>
          </p:nvSpPr>
          <p:spPr bwMode="auto">
            <a:xfrm>
              <a:off x="457201" y="2745029"/>
              <a:ext cx="5478778" cy="590308"/>
            </a:xfrm>
            <a:prstGeom prst="rect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rgbClr val="4B7CAA">
                    <a:alpha val="51000"/>
                  </a:srgb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53" name="Straight Connector 52"/>
            <p:cNvCxnSpPr/>
            <p:nvPr userDrawn="1"/>
          </p:nvCxnSpPr>
          <p:spPr bwMode="auto">
            <a:xfrm>
              <a:off x="457200" y="2745029"/>
              <a:ext cx="5478779" cy="0"/>
            </a:xfrm>
            <a:prstGeom prst="line">
              <a:avLst/>
            </a:prstGeom>
            <a:ln w="25400">
              <a:solidFill>
                <a:srgbClr val="4B7CA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4781298" name="Group 53"/>
          <p:cNvGrpSpPr/>
          <p:nvPr userDrawn="1"/>
        </p:nvGrpSpPr>
        <p:grpSpPr bwMode="auto">
          <a:xfrm>
            <a:off x="6256024" y="1704091"/>
            <a:ext cx="5478778" cy="590308"/>
            <a:chOff x="457200" y="2745029"/>
            <a:chExt cx="5478779" cy="590308"/>
          </a:xfrm>
        </p:grpSpPr>
        <p:sp>
          <p:nvSpPr>
            <p:cNvPr id="55" name="Rectangle 54"/>
            <p:cNvSpPr/>
            <p:nvPr userDrawn="1"/>
          </p:nvSpPr>
          <p:spPr bwMode="auto">
            <a:xfrm>
              <a:off x="457201" y="2745029"/>
              <a:ext cx="5478778" cy="590308"/>
            </a:xfrm>
            <a:prstGeom prst="rect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rgbClr val="4B7CAA">
                    <a:alpha val="51000"/>
                  </a:srgb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56" name="Straight Connector 55"/>
            <p:cNvCxnSpPr/>
            <p:nvPr userDrawn="1"/>
          </p:nvCxnSpPr>
          <p:spPr bwMode="auto">
            <a:xfrm>
              <a:off x="457200" y="2745029"/>
              <a:ext cx="5478779" cy="0"/>
            </a:xfrm>
            <a:prstGeom prst="line">
              <a:avLst/>
            </a:prstGeom>
            <a:ln w="25400">
              <a:solidFill>
                <a:srgbClr val="4B7CA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70459634" name="Group 56"/>
          <p:cNvGrpSpPr/>
          <p:nvPr userDrawn="1"/>
        </p:nvGrpSpPr>
        <p:grpSpPr bwMode="auto">
          <a:xfrm>
            <a:off x="6256024" y="2745029"/>
            <a:ext cx="5478778" cy="590308"/>
            <a:chOff x="457200" y="2745029"/>
            <a:chExt cx="5478779" cy="590308"/>
          </a:xfrm>
        </p:grpSpPr>
        <p:sp>
          <p:nvSpPr>
            <p:cNvPr id="58" name="Rectangle 57"/>
            <p:cNvSpPr/>
            <p:nvPr userDrawn="1"/>
          </p:nvSpPr>
          <p:spPr bwMode="auto">
            <a:xfrm>
              <a:off x="457201" y="2745029"/>
              <a:ext cx="5478778" cy="590308"/>
            </a:xfrm>
            <a:prstGeom prst="rect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rgbClr val="4B7CAA">
                    <a:alpha val="51000"/>
                  </a:srgb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59" name="Straight Connector 58"/>
            <p:cNvCxnSpPr/>
            <p:nvPr userDrawn="1"/>
          </p:nvCxnSpPr>
          <p:spPr bwMode="auto">
            <a:xfrm>
              <a:off x="457200" y="2745029"/>
              <a:ext cx="5478779" cy="0"/>
            </a:xfrm>
            <a:prstGeom prst="line">
              <a:avLst/>
            </a:prstGeom>
            <a:ln w="25400">
              <a:solidFill>
                <a:srgbClr val="4B7CA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0087887" name="Group 59"/>
          <p:cNvGrpSpPr/>
          <p:nvPr userDrawn="1"/>
        </p:nvGrpSpPr>
        <p:grpSpPr bwMode="auto">
          <a:xfrm flipH="1" flipV="1">
            <a:off x="457201" y="5376151"/>
            <a:ext cx="5478778" cy="590308"/>
            <a:chOff x="457200" y="2745029"/>
            <a:chExt cx="5478779" cy="590308"/>
          </a:xfrm>
        </p:grpSpPr>
        <p:sp>
          <p:nvSpPr>
            <p:cNvPr id="61" name="Rectangle 60"/>
            <p:cNvSpPr/>
            <p:nvPr userDrawn="1"/>
          </p:nvSpPr>
          <p:spPr bwMode="auto">
            <a:xfrm>
              <a:off x="457201" y="2745029"/>
              <a:ext cx="5478778" cy="590308"/>
            </a:xfrm>
            <a:prstGeom prst="rect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rgbClr val="4B7CAA">
                    <a:alpha val="51000"/>
                  </a:srgb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62" name="Straight Connector 61"/>
            <p:cNvCxnSpPr/>
            <p:nvPr userDrawn="1"/>
          </p:nvCxnSpPr>
          <p:spPr bwMode="auto">
            <a:xfrm>
              <a:off x="457200" y="2745029"/>
              <a:ext cx="5478779" cy="0"/>
            </a:xfrm>
            <a:prstGeom prst="line">
              <a:avLst/>
            </a:prstGeom>
            <a:ln w="25400">
              <a:solidFill>
                <a:srgbClr val="4B7CA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875423" name="Group 62"/>
          <p:cNvGrpSpPr/>
          <p:nvPr userDrawn="1"/>
        </p:nvGrpSpPr>
        <p:grpSpPr bwMode="auto">
          <a:xfrm flipH="1" flipV="1">
            <a:off x="6256024" y="5376151"/>
            <a:ext cx="5478778" cy="590308"/>
            <a:chOff x="457200" y="2745029"/>
            <a:chExt cx="5478779" cy="590308"/>
          </a:xfrm>
        </p:grpSpPr>
        <p:sp>
          <p:nvSpPr>
            <p:cNvPr id="64" name="Rectangle 63"/>
            <p:cNvSpPr/>
            <p:nvPr userDrawn="1"/>
          </p:nvSpPr>
          <p:spPr bwMode="auto">
            <a:xfrm>
              <a:off x="457201" y="2745029"/>
              <a:ext cx="5478778" cy="590308"/>
            </a:xfrm>
            <a:prstGeom prst="rect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rgbClr val="4B7CAA">
                    <a:alpha val="51000"/>
                  </a:srgb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65" name="Straight Connector 64"/>
            <p:cNvCxnSpPr/>
            <p:nvPr userDrawn="1"/>
          </p:nvCxnSpPr>
          <p:spPr bwMode="auto">
            <a:xfrm>
              <a:off x="457200" y="2745029"/>
              <a:ext cx="5478779" cy="0"/>
            </a:xfrm>
            <a:prstGeom prst="line">
              <a:avLst/>
            </a:prstGeom>
            <a:ln w="25400">
              <a:solidFill>
                <a:srgbClr val="4B7CA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7318271" name="Text Placeholder 2"/>
          <p:cNvSpPr>
            <a:spLocks noGrp="1"/>
          </p:cNvSpPr>
          <p:nvPr>
            <p:ph type="body" idx="1" hasCustomPrompt="1"/>
          </p:nvPr>
        </p:nvSpPr>
        <p:spPr bwMode="auto">
          <a:xfrm>
            <a:off x="457201" y="1825626"/>
            <a:ext cx="5478778" cy="796040"/>
          </a:xfrm>
        </p:spPr>
        <p:txBody>
          <a:bodyPr anchor="ctr"/>
          <a:lstStyle>
            <a:lvl1pPr marL="0" indent="0" algn="ctr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Header</a:t>
            </a:r>
            <a:endParaRPr/>
          </a:p>
        </p:txBody>
      </p:sp>
      <p:sp>
        <p:nvSpPr>
          <p:cNvPr id="8845266" name="Text Placeholder 2"/>
          <p:cNvSpPr>
            <a:spLocks noGrp="1"/>
          </p:cNvSpPr>
          <p:nvPr>
            <p:ph type="body" idx="13" hasCustomPrompt="1"/>
          </p:nvPr>
        </p:nvSpPr>
        <p:spPr bwMode="auto">
          <a:xfrm>
            <a:off x="6256023" y="1825626"/>
            <a:ext cx="5478778" cy="796040"/>
          </a:xfrm>
        </p:spPr>
        <p:txBody>
          <a:bodyPr anchor="ctr"/>
          <a:lstStyle>
            <a:lvl1pPr marL="0" indent="0" algn="ctr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Header</a:t>
            </a:r>
            <a:endParaRPr/>
          </a:p>
        </p:txBody>
      </p:sp>
      <p:sp>
        <p:nvSpPr>
          <p:cNvPr id="1320822968" name="Content Placeholder 3"/>
          <p:cNvSpPr>
            <a:spLocks noGrp="1"/>
          </p:cNvSpPr>
          <p:nvPr>
            <p:ph sz="half" idx="14"/>
          </p:nvPr>
        </p:nvSpPr>
        <p:spPr bwMode="auto">
          <a:xfrm>
            <a:off x="6256023" y="2873443"/>
            <a:ext cx="5478778" cy="2969652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450123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1" y="2873443"/>
            <a:ext cx="5478778" cy="2969652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6321376" name="Title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INSERT TITLE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jpg"/><Relationship Id="rId1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43744" name="Picture 10" hidden="1"/>
          <p:cNvPicPr>
            <a:picLocks noChangeAspect="1"/>
          </p:cNvPicPr>
          <p:nvPr userDrawn="1"/>
        </p:nvPicPr>
        <p:blipFill>
          <a:blip r:embed="rId16"/>
          <a:srcRect l="0" t="12772" r="0" b="72274"/>
          <a:stretch/>
        </p:blipFill>
        <p:spPr bwMode="auto">
          <a:xfrm>
            <a:off x="0" y="6076806"/>
            <a:ext cx="12190983" cy="781194"/>
          </a:xfrm>
          <a:prstGeom prst="rect">
            <a:avLst/>
          </a:prstGeom>
        </p:spPr>
      </p:pic>
      <p:sp>
        <p:nvSpPr>
          <p:cNvPr id="789184979" name="Rectangle 33"/>
          <p:cNvSpPr/>
          <p:nvPr userDrawn="1"/>
        </p:nvSpPr>
        <p:spPr bwMode="auto">
          <a:xfrm>
            <a:off x="0" y="5862865"/>
            <a:ext cx="12192000" cy="995135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rgbClr val="4B7CAA">
                  <a:alpha val="7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598118781" name="Picture 41"/>
          <p:cNvPicPr>
            <a:picLocks noChangeAspect="1"/>
          </p:cNvPicPr>
          <p:nvPr userDrawn="1"/>
        </p:nvPicPr>
        <p:blipFill>
          <a:blip r:embed="rId16"/>
          <a:srcRect l="0" t="3906" r="0" b="63730"/>
          <a:stretch/>
        </p:blipFill>
        <p:spPr bwMode="auto">
          <a:xfrm flipH="1">
            <a:off x="1016" y="0"/>
            <a:ext cx="12190983" cy="1690688"/>
          </a:xfrm>
          <a:prstGeom prst="rect">
            <a:avLst/>
          </a:prstGeom>
        </p:spPr>
      </p:pic>
      <p:sp>
        <p:nvSpPr>
          <p:cNvPr id="1878857692" name="Rectangle 42"/>
          <p:cNvSpPr/>
          <p:nvPr userDrawn="1"/>
        </p:nvSpPr>
        <p:spPr bwMode="auto">
          <a:xfrm>
            <a:off x="0" y="0"/>
            <a:ext cx="12192000" cy="1756841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3339075" name="Rectangle 39"/>
          <p:cNvSpPr/>
          <p:nvPr userDrawn="1"/>
        </p:nvSpPr>
        <p:spPr bwMode="auto">
          <a:xfrm flipV="1">
            <a:off x="0" y="6076806"/>
            <a:ext cx="12192000" cy="466356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6536080" name="Rectangle 38"/>
          <p:cNvSpPr/>
          <p:nvPr userDrawn="1"/>
        </p:nvSpPr>
        <p:spPr bwMode="auto">
          <a:xfrm>
            <a:off x="0" y="1244432"/>
            <a:ext cx="12192000" cy="466356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098056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825626"/>
            <a:ext cx="11277600" cy="403723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01356447" name="Rectangle 3"/>
          <p:cNvSpPr/>
          <p:nvPr userDrawn="1"/>
        </p:nvSpPr>
        <p:spPr bwMode="auto">
          <a:xfrm flipV="1">
            <a:off x="0" y="0"/>
            <a:ext cx="12192000" cy="117483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rgbClr val="D81EBF">
                  <a:alpha val="34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80092003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457200"/>
            <a:ext cx="11277600" cy="1233488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pPr>
              <a:defRPr/>
            </a:pPr>
            <a:r>
              <a:rPr lang="en-US"/>
              <a:t>INSERT TITLE</a:t>
            </a:r>
            <a:endParaRPr/>
          </a:p>
        </p:txBody>
      </p:sp>
      <p:pic>
        <p:nvPicPr>
          <p:cNvPr id="729446859" name="logo" descr="A black and white logo&#10;&#10;AI-generated content may be incorrect."/>
          <p:cNvPicPr>
            <a:picLocks noChangeAspect="1"/>
          </p:cNvPicPr>
          <p:nvPr userDrawn="1"/>
        </p:nvPicPr>
        <p:blipFill>
          <a:blip r:embed="rId17"/>
          <a:stretch/>
        </p:blipFill>
        <p:spPr bwMode="auto">
          <a:xfrm>
            <a:off x="10756899" y="6154277"/>
            <a:ext cx="1038096" cy="45767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000" b="1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800"/>
        </a:spcBef>
        <a:spcAft>
          <a:spcPts val="0"/>
        </a:spcAft>
        <a:buClr>
          <a:srgbClr val="D81EBF"/>
        </a:buClr>
        <a:buFont typeface="Arial"/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574675" indent="-290513" algn="l" defTabSz="914400">
        <a:lnSpc>
          <a:spcPct val="90000"/>
        </a:lnSpc>
        <a:spcBef>
          <a:spcPts val="500"/>
        </a:spcBef>
        <a:buClr>
          <a:srgbClr val="D81EBF"/>
        </a:buClr>
        <a:buFont typeface="Inter"/>
        <a:buChar char="◦"/>
        <a:defRPr sz="2800">
          <a:solidFill>
            <a:schemeClr val="bg1"/>
          </a:solidFill>
          <a:latin typeface="+mn-lt"/>
          <a:ea typeface="+mn-ea"/>
          <a:cs typeface="+mn-cs"/>
        </a:defRPr>
      </a:lvl2pPr>
      <a:lvl3pPr marL="879475" indent="-274638" algn="l" defTabSz="914400">
        <a:lnSpc>
          <a:spcPct val="90000"/>
        </a:lnSpc>
        <a:spcBef>
          <a:spcPts val="500"/>
        </a:spcBef>
        <a:buClr>
          <a:srgbClr val="D81EBF"/>
        </a:buClr>
        <a:buFont typeface="Arial"/>
        <a:buChar char="−"/>
        <a:defRPr sz="2400">
          <a:solidFill>
            <a:schemeClr val="bg1"/>
          </a:solidFill>
          <a:latin typeface="+mn-lt"/>
          <a:ea typeface="+mn-ea"/>
          <a:cs typeface="+mn-cs"/>
        </a:defRPr>
      </a:lvl3pPr>
      <a:lvl4pPr marL="1117600" indent="-193675" algn="l" defTabSz="914400">
        <a:lnSpc>
          <a:spcPct val="90000"/>
        </a:lnSpc>
        <a:spcBef>
          <a:spcPts val="500"/>
        </a:spcBef>
        <a:buClr>
          <a:srgbClr val="D81EBF"/>
        </a:buClr>
        <a:buFont typeface="Wingdings"/>
        <a:buChar char="§"/>
        <a:defRPr sz="2000">
          <a:solidFill>
            <a:schemeClr val="bg1"/>
          </a:solidFill>
          <a:latin typeface="+mn-lt"/>
          <a:ea typeface="+mn-ea"/>
          <a:cs typeface="+mn-cs"/>
        </a:defRPr>
      </a:lvl4pPr>
      <a:lvl5pPr marL="1346200" indent="-223838" algn="l" defTabSz="914400">
        <a:lnSpc>
          <a:spcPct val="90000"/>
        </a:lnSpc>
        <a:spcBef>
          <a:spcPts val="500"/>
        </a:spcBef>
        <a:buClr>
          <a:srgbClr val="D81EBF"/>
        </a:buClr>
        <a:buFont typeface="ABC Ginto"/>
        <a:buChar char="▫"/>
        <a:defRPr sz="18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5.jpg"/><Relationship Id="rId5" Type="http://schemas.openxmlformats.org/officeDocument/2006/relationships/image" Target="../media/image7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Relationship Id="rId4" Type="http://schemas.openxmlformats.org/officeDocument/2006/relationships/image" Target="../media/image19.jpg"/><Relationship Id="rId5" Type="http://schemas.openxmlformats.org/officeDocument/2006/relationships/image" Target="../media/image12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Relationship Id="rId4" Type="http://schemas.openxmlformats.org/officeDocument/2006/relationships/image" Target="../media/media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681058" name="Title 1"/>
          <p:cNvSpPr>
            <a:spLocks noGrp="1"/>
          </p:cNvSpPr>
          <p:nvPr>
            <p:ph type="ctrTitle"/>
          </p:nvPr>
        </p:nvSpPr>
        <p:spPr bwMode="auto">
          <a:xfrm>
            <a:off x="457200" y="2053909"/>
            <a:ext cx="11277600" cy="2387600"/>
          </a:xfrm>
        </p:spPr>
        <p:txBody>
          <a:bodyPr/>
          <a:lstStyle/>
          <a:p>
            <a:pPr>
              <a:defRPr/>
            </a:pPr>
            <a:r>
              <a:rPr lang="it-IT" sz="66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DROIDGROUND</a:t>
            </a:r>
            <a:endParaRPr/>
          </a:p>
        </p:txBody>
      </p:sp>
      <p:sp>
        <p:nvSpPr>
          <p:cNvPr id="1267771421" name="Subtitle 2"/>
          <p:cNvSpPr>
            <a:spLocks noGrp="1"/>
          </p:cNvSpPr>
          <p:nvPr>
            <p:ph type="subTitle" idx="1"/>
          </p:nvPr>
        </p:nvSpPr>
        <p:spPr bwMode="auto">
          <a:xfrm>
            <a:off x="457200" y="4671060"/>
            <a:ext cx="11277600" cy="1057328"/>
          </a:xfrm>
        </p:spPr>
        <p:txBody>
          <a:bodyPr/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rgbClr val="4B7CAA"/>
                </a:solidFill>
                <a:latin typeface="Arial"/>
                <a:ea typeface="Arial"/>
                <a:cs typeface="Arial"/>
              </a:rPr>
              <a:t>A flexible playground for Android CTF challenges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535158" name="Title 1"/>
          <p:cNvSpPr>
            <a:spLocks noGrp="1"/>
          </p:cNvSpPr>
          <p:nvPr>
            <p:ph type="title"/>
          </p:nvPr>
        </p:nvSpPr>
        <p:spPr bwMode="auto">
          <a:xfrm>
            <a:off x="5214362" y="3541605"/>
            <a:ext cx="6520435" cy="988893"/>
          </a:xfrm>
        </p:spPr>
        <p:txBody>
          <a:bodyPr/>
          <a:lstStyle/>
          <a:p>
            <a:pPr>
              <a:defRPr/>
            </a:pPr>
            <a:r>
              <a:rPr lang="it-IT"/>
              <a:t>Angelo Delicato</a:t>
            </a:r>
            <a:endParaRPr/>
          </a:p>
        </p:txBody>
      </p:sp>
      <p:sp>
        <p:nvSpPr>
          <p:cNvPr id="614788986" name="Text Placeholder 3"/>
          <p:cNvSpPr>
            <a:spLocks noGrp="1"/>
          </p:cNvSpPr>
          <p:nvPr>
            <p:ph type="body" sz="quarter" idx="14"/>
          </p:nvPr>
        </p:nvSpPr>
        <p:spPr bwMode="auto">
          <a:xfrm>
            <a:off x="5214362" y="4825473"/>
            <a:ext cx="6520435" cy="948420"/>
          </a:xfrm>
        </p:spPr>
        <p:txBody>
          <a:bodyPr/>
          <a:lstStyle/>
          <a:p>
            <a:pPr>
              <a:defRPr/>
            </a:pPr>
            <a:r>
              <a:rPr lang="it-IT"/>
              <a:t>Penetration Tester, SECFORCE</a:t>
            </a:r>
            <a:endParaRPr/>
          </a:p>
        </p:txBody>
      </p:sp>
      <p:pic>
        <p:nvPicPr>
          <p:cNvPr id="61275581" name="Image" descr="Image"/>
          <p:cNvPicPr/>
          <p:nvPr/>
        </p:nvPicPr>
        <p:blipFill>
          <a:blip r:embed="rId3"/>
          <a:stretch/>
        </p:blipFill>
        <p:spPr bwMode="auto">
          <a:xfrm flipH="0" flipV="0">
            <a:off x="513941" y="2244308"/>
            <a:ext cx="3049722" cy="305537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099">
            <a:solidFill>
              <a:srgbClr val="4B7CAA"/>
            </a:solidFill>
            <a:prstDash val="solid"/>
            <a:miter lim="400000"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4028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222621" y="4232562"/>
            <a:ext cx="1885950" cy="1885950"/>
          </a:xfrm>
          <a:prstGeom prst="rect">
            <a:avLst/>
          </a:prstGeom>
        </p:spPr>
      </p:pic>
      <p:sp>
        <p:nvSpPr>
          <p:cNvPr id="1357917898" name="Title 1"/>
          <p:cNvSpPr>
            <a:spLocks noGrp="1"/>
          </p:cNvSpPr>
          <p:nvPr>
            <p:ph type="title"/>
          </p:nvPr>
        </p:nvSpPr>
        <p:spPr bwMode="auto">
          <a:xfrm>
            <a:off x="457200" y="457200"/>
            <a:ext cx="11277600" cy="1233488"/>
          </a:xfrm>
        </p:spPr>
        <p:txBody>
          <a:bodyPr/>
          <a:lstStyle/>
          <a:p>
            <a:pPr>
              <a:defRPr/>
            </a:pPr>
            <a:r>
              <a:rPr lang="it-IT"/>
              <a:t>BIO</a:t>
            </a:r>
            <a:endParaRPr/>
          </a:p>
        </p:txBody>
      </p:sp>
      <p:sp>
        <p:nvSpPr>
          <p:cNvPr id="1345647585" name="Fictum, deserunt mollit anim laborum astutumque! Ullamco laboris nisi ut aliquid ex ea commodi consequat. Mercedem aut nummos unde unde extricat, amaras. Sed haec quis possit intrepidus aestimare tellus.…"/>
          <p:cNvSpPr txBox="1"/>
          <p:nvPr/>
        </p:nvSpPr>
        <p:spPr bwMode="auto">
          <a:xfrm rot="0" flipH="0" flipV="0">
            <a:off x="451201" y="1925847"/>
            <a:ext cx="8977927" cy="374481"/>
          </a:xfrm>
          <a:prstGeom prst="rect">
            <a:avLst/>
          </a:prstGeom>
          <a:ln w="12700">
            <a:miter lim="400000"/>
          </a:ln>
        </p:spPr>
        <p:txBody>
          <a:bodyPr vertOverflow="overflow" horzOverflow="overflow" vert="horz" wrap="square" lIns="30478" tIns="30478" rIns="30478" bIns="30478" numCol="1" spcCol="634798" rtlCol="0" fromWordArt="0" anchor="t" anchorCtr="0" forceAA="0" upright="0" compatLnSpc="0"/>
          <a:lstStyle/>
          <a:p>
            <a:pPr defTabSz="548640">
              <a:lnSpc>
                <a:spcPct val="85000"/>
              </a:lnSpc>
              <a:defRPr sz="2400" spc="-42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pPr>
            <a:r>
              <a:rPr lang="it-IT" sz="1800" i="0">
                <a:solidFill>
                  <a:schemeClr val="bg1"/>
                </a:solidFill>
                <a:latin typeface="Arial"/>
              </a:rPr>
              <a:t>Yes, my name means “delicate angel”</a:t>
            </a:r>
            <a:endParaRPr sz="1800" i="0">
              <a:solidFill>
                <a:schemeClr val="bg1"/>
              </a:solidFill>
            </a:endParaRPr>
          </a:p>
        </p:txBody>
      </p:sp>
      <p:sp>
        <p:nvSpPr>
          <p:cNvPr id="1113334298" name="Fictum, deserunt mollit anim laborum astutumque! Ullamco laboris nisi ut aliquid ex ea commodi consequat. Mercedem aut nummos unde unde extricat, amaras. Sed haec quis possit intrepidus aestimare tellus.…"/>
          <p:cNvSpPr txBox="1"/>
          <p:nvPr/>
        </p:nvSpPr>
        <p:spPr bwMode="auto">
          <a:xfrm rot="0" flipH="0" flipV="0">
            <a:off x="451201" y="2300330"/>
            <a:ext cx="8977927" cy="374481"/>
          </a:xfrm>
          <a:prstGeom prst="rect">
            <a:avLst/>
          </a:prstGeom>
          <a:ln w="12700">
            <a:miter lim="400000"/>
          </a:ln>
        </p:spPr>
        <p:txBody>
          <a:bodyPr vertOverflow="overflow" horzOverflow="overflow" vert="horz" wrap="square" lIns="30478" tIns="30478" rIns="30478" bIns="30478" numCol="1" spcCol="634798" rtlCol="0" fromWordArt="0" anchor="t" anchorCtr="0" forceAA="0" upright="0" compatLnSpc="0"/>
          <a:lstStyle/>
          <a:p>
            <a:pPr defTabSz="548640">
              <a:lnSpc>
                <a:spcPct val="85000"/>
              </a:lnSpc>
              <a:defRPr sz="2400" spc="-42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pPr>
            <a:r>
              <a:rPr lang="it-IT" sz="1800" i="0">
                <a:solidFill>
                  <a:schemeClr val="bg1"/>
                </a:solidFill>
                <a:latin typeface="Arial"/>
              </a:rPr>
              <a:t>Yes, it was a difficult childhood</a:t>
            </a:r>
            <a:endParaRPr sz="1800" i="0">
              <a:solidFill>
                <a:schemeClr val="bg1"/>
              </a:solidFill>
            </a:endParaRPr>
          </a:p>
        </p:txBody>
      </p:sp>
      <p:sp>
        <p:nvSpPr>
          <p:cNvPr id="1820380742" name="Fictum, deserunt mollit anim laborum astutumque! Ullamco laboris nisi ut aliquid ex ea commodi consequat. Mercedem aut nummos unde unde extricat, amaras. Sed haec quis possit intrepidus aestimare tellus.…"/>
          <p:cNvSpPr txBox="1"/>
          <p:nvPr/>
        </p:nvSpPr>
        <p:spPr bwMode="auto">
          <a:xfrm rot="0" flipH="0" flipV="0">
            <a:off x="452400" y="2674813"/>
            <a:ext cx="8977927" cy="374481"/>
          </a:xfrm>
          <a:prstGeom prst="rect">
            <a:avLst/>
          </a:prstGeom>
          <a:ln w="12700">
            <a:miter lim="400000"/>
          </a:ln>
        </p:spPr>
        <p:txBody>
          <a:bodyPr vertOverflow="overflow" horzOverflow="overflow" vert="horz" wrap="square" lIns="30478" tIns="30478" rIns="30478" bIns="30478" numCol="1" spcCol="634798" rtlCol="0" fromWordArt="0" anchor="t" anchorCtr="0" forceAA="0" upright="0" compatLnSpc="0"/>
          <a:lstStyle/>
          <a:p>
            <a:pPr defTabSz="548640">
              <a:lnSpc>
                <a:spcPct val="85000"/>
              </a:lnSpc>
              <a:defRPr sz="2400" spc="-42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pPr>
            <a:r>
              <a:rPr lang="it-IT" sz="1800" i="0">
                <a:solidFill>
                  <a:schemeClr val="bg1"/>
                </a:solidFill>
                <a:latin typeface="Arial"/>
              </a:rPr>
              <a:t>Yes, I use it as an icebreaker now</a:t>
            </a:r>
            <a:endParaRPr sz="1800" i="0">
              <a:solidFill>
                <a:schemeClr val="bg1"/>
              </a:solidFill>
            </a:endParaRPr>
          </a:p>
        </p:txBody>
      </p:sp>
      <p:sp>
        <p:nvSpPr>
          <p:cNvPr id="2000890263" name="Fictum, deserunt mollit anim laborum astutumque! Ullamco laboris nisi ut aliquid ex ea commodi consequat. Mercedem aut nummos unde unde extricat, amaras. Sed haec quis possit intrepidus aestimare tellus.…"/>
          <p:cNvSpPr txBox="1"/>
          <p:nvPr/>
        </p:nvSpPr>
        <p:spPr bwMode="auto">
          <a:xfrm rot="0" flipH="0" flipV="0">
            <a:off x="450001" y="3757985"/>
            <a:ext cx="10865511" cy="367479"/>
          </a:xfrm>
          <a:prstGeom prst="rect">
            <a:avLst/>
          </a:prstGeom>
          <a:ln w="12700">
            <a:miter lim="400000"/>
          </a:ln>
        </p:spPr>
        <p:txBody>
          <a:bodyPr vertOverflow="overflow" horzOverflow="overflow" vert="horz" wrap="square" lIns="30478" tIns="30478" rIns="30478" bIns="30478" numCol="1" spcCol="634798" rtlCol="0" fromWordArt="0" anchor="t" anchorCtr="0" forceAA="0" upright="0" compatLnSpc="0"/>
          <a:lstStyle/>
          <a:p>
            <a:pPr defTabSz="548640">
              <a:lnSpc>
                <a:spcPct val="150000"/>
              </a:lnSpc>
              <a:defRPr sz="2400" spc="-42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pPr>
            <a:r>
              <a:rPr lang="it-IT" sz="1800" i="0">
                <a:solidFill>
                  <a:schemeClr val="bg1"/>
                </a:solidFill>
                <a:latin typeface="Arial"/>
              </a:rPr>
              <a:t>Always been interested in the Android ecosystem:</a:t>
            </a:r>
            <a:endParaRPr sz="1800" i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401715718" name="Fictum, deserunt mollit anim laborum astutumque! Ullamco laboris nisi ut aliquid ex ea commodi consequat. Mercedem aut nummos unde unde extricat, amaras. Sed haec quis possit intrepidus aestimare tellus.…"/>
          <p:cNvSpPr txBox="1"/>
          <p:nvPr/>
        </p:nvSpPr>
        <p:spPr bwMode="auto">
          <a:xfrm rot="0" flipH="0" flipV="0">
            <a:off x="452399" y="4125465"/>
            <a:ext cx="11370872" cy="1249356"/>
          </a:xfrm>
          <a:prstGeom prst="rect">
            <a:avLst/>
          </a:prstGeom>
          <a:ln w="12700">
            <a:miter lim="400000"/>
          </a:ln>
        </p:spPr>
        <p:txBody>
          <a:bodyPr vertOverflow="overflow" horzOverflow="overflow" vert="horz" wrap="square" lIns="30477" tIns="30477" rIns="30477" bIns="30477" numCol="1" spcCol="634797" rtlCol="0" fromWordArt="0" anchor="t" anchorCtr="0" forceAA="0" upright="0" compatLnSpc="0"/>
          <a:lstStyle/>
          <a:p>
            <a:pPr marL="261848" indent="-261848" defTabSz="548640">
              <a:lnSpc>
                <a:spcPct val="150000"/>
              </a:lnSpc>
              <a:buClrTx/>
              <a:buSzTx/>
              <a:buFont typeface="Wingdings"/>
              <a:buChar char="w"/>
              <a:defRPr sz="2400" spc="-42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pPr>
            <a:r>
              <a:rPr lang="it-IT" sz="1800" b="0" i="1" u="none" strike="noStrike" cap="none" spc="-42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Dockerized Android: a container-based platform to build mobile Android scenarios for Cyber Ranges</a:t>
            </a:r>
            <a:r>
              <a:rPr lang="it-IT" sz="1800" i="0">
                <a:solidFill>
                  <a:schemeClr val="bg1"/>
                </a:solidFill>
                <a:latin typeface="Arial"/>
              </a:rPr>
              <a:t> (paper &amp; source code, 2022)</a:t>
            </a:r>
            <a:endParaRPr sz="1800" i="0">
              <a:solidFill>
                <a:schemeClr val="bg1"/>
              </a:solidFill>
              <a:latin typeface="Arial"/>
            </a:endParaRPr>
          </a:p>
          <a:p>
            <a:pPr marL="261848" indent="-261848" defTabSz="548640">
              <a:lnSpc>
                <a:spcPct val="150000"/>
              </a:lnSpc>
              <a:buClrTx/>
              <a:buSzTx/>
              <a:buFont typeface="Wingdings"/>
              <a:buChar char="w"/>
              <a:defRPr sz="2400" spc="-42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pPr>
            <a:r>
              <a:rPr lang="it-IT" sz="1800" i="1">
                <a:solidFill>
                  <a:schemeClr val="bg1"/>
                </a:solidFill>
                <a:latin typeface="Arial"/>
              </a:rPr>
              <a:t>Robodroid: m</a:t>
            </a:r>
            <a:r>
              <a:rPr lang="it-IT" sz="1800" b="0" i="1" u="none" strike="noStrike" cap="none" spc="-42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anage Android machines with pre-defined behaviors for Cyber Range environments</a:t>
            </a:r>
            <a:r>
              <a:rPr lang="it-IT" sz="1800" b="0" i="0" u="none" strike="noStrike" cap="none" spc="-42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.</a:t>
            </a:r>
            <a:r>
              <a:rPr lang="it-IT" sz="1800" i="0">
                <a:solidFill>
                  <a:schemeClr val="bg1"/>
                </a:solidFill>
                <a:latin typeface="Arial"/>
              </a:rPr>
              <a:t> (source code, 2024)</a:t>
            </a:r>
            <a:endParaRPr sz="1800" i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674178577" name="Fictum, deserunt mollit anim laborum astutumque! Ullamco laboris nisi ut aliquid ex ea commodi consequat. Mercedem aut nummos unde unde extricat, amaras. Sed haec quis possit intrepidus aestimare tellus.…"/>
          <p:cNvSpPr txBox="1"/>
          <p:nvPr/>
        </p:nvSpPr>
        <p:spPr bwMode="auto">
          <a:xfrm rot="0" flipH="0" flipV="0">
            <a:off x="447601" y="3267616"/>
            <a:ext cx="8977927" cy="374481"/>
          </a:xfrm>
          <a:prstGeom prst="rect">
            <a:avLst/>
          </a:prstGeom>
          <a:ln w="12700">
            <a:miter lim="400000"/>
          </a:ln>
        </p:spPr>
        <p:txBody>
          <a:bodyPr vertOverflow="overflow" horzOverflow="overflow" vert="horz" wrap="square" lIns="30478" tIns="30478" rIns="30478" bIns="30478" numCol="1" spcCol="634798" rtlCol="0" fromWordArt="0" anchor="t" anchorCtr="0" forceAA="0" upright="0" compatLnSpc="0"/>
          <a:lstStyle/>
          <a:p>
            <a:pPr defTabSz="548640">
              <a:lnSpc>
                <a:spcPct val="85000"/>
              </a:lnSpc>
              <a:defRPr sz="2400" spc="-42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pPr>
            <a:r>
              <a:rPr lang="it-IT" sz="1800" i="0">
                <a:solidFill>
                  <a:schemeClr val="bg1"/>
                </a:solidFill>
                <a:latin typeface="Arial"/>
              </a:rPr>
              <a:t>Mainly focused on web hacking</a:t>
            </a:r>
            <a:endParaRPr sz="1800" i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647105320" name="Fictum, deserunt mollit anim laborum astutumque! Ullamco laboris nisi ut aliquid ex ea commodi consequat. Mercedem aut nummos unde unde extricat, amaras. Sed haec quis possit intrepidus aestimare tellus.…"/>
          <p:cNvSpPr txBox="1"/>
          <p:nvPr/>
        </p:nvSpPr>
        <p:spPr bwMode="auto">
          <a:xfrm rot="0" flipH="0" flipV="0">
            <a:off x="3208145" y="5529854"/>
            <a:ext cx="2255618" cy="735478"/>
          </a:xfrm>
          <a:prstGeom prst="rect">
            <a:avLst/>
          </a:prstGeom>
          <a:ln w="12700">
            <a:miter lim="400000"/>
          </a:ln>
        </p:spPr>
        <p:txBody>
          <a:bodyPr vertOverflow="overflow" horzOverflow="overflow" vert="horz" wrap="square" lIns="30478" tIns="30478" rIns="30478" bIns="30478" numCol="1" spcCol="634798" rtlCol="0" fromWordArt="0" anchor="t" anchorCtr="0" forceAA="0" upright="0" compatLnSpc="0"/>
          <a:lstStyle/>
          <a:p>
            <a:pPr defTabSz="548640">
              <a:lnSpc>
                <a:spcPct val="85000"/>
              </a:lnSpc>
              <a:defRPr sz="2400" spc="-42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pPr>
            <a:r>
              <a:rPr lang="it-IT" sz="1800" b="1" i="1">
                <a:solidFill>
                  <a:schemeClr val="bg1"/>
                </a:solidFill>
                <a:latin typeface="Arial"/>
              </a:rPr>
              <a:t>DroidGround</a:t>
            </a:r>
            <a:r>
              <a:rPr lang="it-IT" sz="1800" i="0">
                <a:solidFill>
                  <a:schemeClr val="bg1"/>
                </a:solidFill>
                <a:latin typeface="Arial"/>
              </a:rPr>
              <a:t>’s ancestor</a:t>
            </a:r>
            <a:endParaRPr sz="1800" i="0">
              <a:solidFill>
                <a:schemeClr val="bg1"/>
              </a:solidFill>
            </a:endParaRPr>
          </a:p>
          <a:p>
            <a:pPr defTabSz="548640">
              <a:lnSpc>
                <a:spcPct val="85000"/>
              </a:lnSpc>
              <a:defRPr sz="2400" spc="-42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pPr>
            <a:endParaRPr sz="1800">
              <a:solidFill>
                <a:schemeClr val="tx2"/>
              </a:solidFill>
              <a:latin typeface="Arial"/>
            </a:endParaRPr>
          </a:p>
          <a:p>
            <a:pPr defTabSz="548640">
              <a:lnSpc>
                <a:spcPct val="85000"/>
              </a:lnSpc>
              <a:defRPr sz="2400" spc="-42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pPr>
            <a:endParaRPr sz="1800"/>
          </a:p>
        </p:txBody>
      </p:sp>
      <p:pic>
        <p:nvPicPr>
          <p:cNvPr id="1125812820" name="Image" descr="Image"/>
          <p:cNvPicPr/>
          <p:nvPr/>
        </p:nvPicPr>
        <p:blipFill>
          <a:blip r:embed="rId4"/>
          <a:stretch/>
        </p:blipFill>
        <p:spPr bwMode="auto">
          <a:xfrm flipH="0" flipV="0">
            <a:off x="9433928" y="1726645"/>
            <a:ext cx="1699204" cy="170235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miter lim="400000"/>
          </a:ln>
          <a:effectLst/>
        </p:spPr>
      </p:pic>
      <p:pic>
        <p:nvPicPr>
          <p:cNvPr id="1768485471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9669314" y="3568842"/>
            <a:ext cx="314201" cy="314201"/>
          </a:xfrm>
          <a:prstGeom prst="rect">
            <a:avLst/>
          </a:prstGeom>
        </p:spPr>
      </p:pic>
      <p:sp>
        <p:nvSpPr>
          <p:cNvPr id="333396324" name="Fictum, deserunt mollit anim laborum astutumque! Ullamco laboris nisi ut aliquid ex ea commodi consequat. Mercedem aut nummos unde unde extricat, amaras. Sed haec quis possit intrepidus aestimare tellus.…"/>
          <p:cNvSpPr txBox="1"/>
          <p:nvPr/>
        </p:nvSpPr>
        <p:spPr bwMode="auto">
          <a:xfrm rot="0" flipH="0" flipV="0">
            <a:off x="10036708" y="3584874"/>
            <a:ext cx="914232" cy="298170"/>
          </a:xfrm>
          <a:prstGeom prst="rect">
            <a:avLst/>
          </a:prstGeom>
          <a:ln w="12700">
            <a:miter lim="400000"/>
          </a:ln>
        </p:spPr>
        <p:txBody>
          <a:bodyPr vertOverflow="overflow" horzOverflow="overflow" vert="horz" wrap="square" lIns="30478" tIns="30478" rIns="30478" bIns="30478" numCol="1" spcCol="634798" rtlCol="0" fromWordArt="0" anchor="t" anchorCtr="0" forceAA="0" upright="0" compatLnSpc="0"/>
          <a:lstStyle/>
          <a:p>
            <a:pPr defTabSz="548640">
              <a:lnSpc>
                <a:spcPct val="85000"/>
              </a:lnSpc>
              <a:defRPr sz="2400" spc="-42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pPr>
            <a:r>
              <a:rPr lang="it-IT" sz="1600" b="0" i="0">
                <a:solidFill>
                  <a:schemeClr val="bg1"/>
                </a:solidFill>
                <a:latin typeface="Arial"/>
              </a:rPr>
              <a:t>thelicato</a:t>
            </a:r>
            <a:endParaRPr b="0" i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647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334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38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178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089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71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02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05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949280" name="Methodology"/>
          <p:cNvSpPr txBox="1"/>
          <p:nvPr/>
        </p:nvSpPr>
        <p:spPr bwMode="auto">
          <a:xfrm flipH="0" flipV="0">
            <a:off x="870" y="2227486"/>
            <a:ext cx="12199721" cy="966573"/>
          </a:xfrm>
          <a:prstGeom prst="rect">
            <a:avLst/>
          </a:prstGeom>
          <a:ln w="12700">
            <a:miter lim="400000"/>
          </a:ln>
        </p:spPr>
        <p:txBody>
          <a:bodyPr lIns="30478" tIns="30478" rIns="30478" bIns="30478" anchor="ctr">
            <a:spAutoFit/>
          </a:bodyPr>
          <a:lstStyle/>
          <a:p>
            <a:pPr algn="ctr" defTabSz="548640">
              <a:lnSpc>
                <a:spcPct val="90000"/>
              </a:lnSpc>
              <a:defRPr sz="16000" spc="-294">
                <a:solidFill>
                  <a:srgbClr val="01CF89"/>
                </a:solidFill>
                <a:latin typeface="+mn-lt"/>
                <a:ea typeface="+mn-ea"/>
                <a:cs typeface="+mn-cs"/>
              </a:defRPr>
            </a:pPr>
            <a:r>
              <a:rPr lang="it-IT" sz="6600" b="1">
                <a:solidFill>
                  <a:schemeClr val="bg1"/>
                </a:solidFill>
                <a:latin typeface="Arial Black"/>
              </a:rPr>
              <a:t>AGENDA</a:t>
            </a:r>
            <a:endParaRPr/>
          </a:p>
        </p:txBody>
      </p:sp>
      <p:sp>
        <p:nvSpPr>
          <p:cNvPr id="568602387" name="Body Level One…"/>
          <p:cNvSpPr txBox="1"/>
          <p:nvPr/>
        </p:nvSpPr>
        <p:spPr bwMode="auto">
          <a:xfrm flipH="0" flipV="0">
            <a:off x="3046775" y="3561377"/>
            <a:ext cx="6104311" cy="2848151"/>
          </a:xfrm>
          <a:prstGeom prst="rect">
            <a:avLst/>
          </a:prstGeom>
        </p:spPr>
        <p:txBody>
          <a:bodyPr anchor="t"/>
          <a:lstStyle>
            <a:lvl1pPr marL="0" marR="0" indent="0" algn="ctr" defTabSz="495298">
              <a:lnSpc>
                <a:spcPct val="100000"/>
              </a:lnSpc>
              <a:spcBef>
                <a:spcPts val="598"/>
              </a:spcBef>
              <a:spcAft>
                <a:spcPts val="598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0000"/>
                </a:solidFill>
                <a:latin typeface="Arial"/>
                <a:ea typeface="Helvetica Neue"/>
                <a:cs typeface="Helvetica Neue"/>
              </a:defRPr>
            </a:lvl1pPr>
            <a:lvl2pPr marL="0" marR="0" indent="0" algn="ctr" defTabSz="495298">
              <a:lnSpc>
                <a:spcPct val="100000"/>
              </a:lnSpc>
              <a:spcBef>
                <a:spcPts val="598"/>
              </a:spcBef>
              <a:spcAft>
                <a:spcPts val="598"/>
              </a:spcAft>
              <a:buClrTx/>
              <a:buSzTx/>
              <a:buFontTx/>
              <a:buNone/>
              <a:defRPr sz="2000" b="0" i="0" u="none" strike="noStrike" cap="none" spc="0">
                <a:solidFill>
                  <a:srgbClr val="000000"/>
                </a:solidFill>
                <a:latin typeface="Arial"/>
                <a:ea typeface="Helvetica Neue"/>
                <a:cs typeface="Helvetica Neue"/>
              </a:defRPr>
            </a:lvl2pPr>
            <a:lvl3pPr marL="0" marR="0" indent="0" algn="ctr" defTabSz="495298">
              <a:lnSpc>
                <a:spcPct val="100000"/>
              </a:lnSpc>
              <a:spcBef>
                <a:spcPts val="598"/>
              </a:spcBef>
              <a:spcAft>
                <a:spcPts val="598"/>
              </a:spcAft>
              <a:buClrTx/>
              <a:buSzTx/>
              <a:buFontTx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Helvetica Neue"/>
                <a:cs typeface="Helvetica Neue"/>
              </a:defRPr>
            </a:lvl3pPr>
            <a:lvl4pPr marL="0" marR="0" indent="0" algn="ctr" defTabSz="495298">
              <a:lnSpc>
                <a:spcPct val="100000"/>
              </a:lnSpc>
              <a:spcBef>
                <a:spcPts val="598"/>
              </a:spcBef>
              <a:spcAft>
                <a:spcPts val="598"/>
              </a:spcAft>
              <a:buClrTx/>
              <a:buSzTx/>
              <a:buFontTx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Helvetica Neue"/>
                <a:cs typeface="Helvetica Neue"/>
              </a:defRPr>
            </a:lvl4pPr>
            <a:lvl5pPr marL="0" marR="0" indent="0" algn="ctr" defTabSz="495298">
              <a:lnSpc>
                <a:spcPct val="100000"/>
              </a:lnSpc>
              <a:spcBef>
                <a:spcPts val="598"/>
              </a:spcBef>
              <a:spcAft>
                <a:spcPts val="598"/>
              </a:spcAft>
              <a:buClrTx/>
              <a:buSzTx/>
              <a:buFontTx/>
              <a:buNone/>
              <a:defRPr sz="1400" b="0" i="0" u="none" strike="noStrike" cap="none" spc="0">
                <a:solidFill>
                  <a:srgbClr val="000000"/>
                </a:solidFill>
                <a:latin typeface="Arial"/>
                <a:ea typeface="Helvetica Neue"/>
                <a:cs typeface="Helvetica Neue"/>
              </a:defRPr>
            </a:lvl5pPr>
            <a:lvl6pPr marL="2286000" marR="0" indent="-380998" algn="l" defTabSz="495298">
              <a:lnSpc>
                <a:spcPct val="120000"/>
              </a:lnSpc>
              <a:spcBef>
                <a:spcPts val="3538"/>
              </a:spcBef>
              <a:spcAft>
                <a:spcPts val="0"/>
              </a:spcAft>
              <a:buClrTx/>
              <a:buSzPct val="125000"/>
              <a:buFontTx/>
              <a:buChar char="•"/>
              <a:defRPr sz="3100" b="0" i="0" u="none" strike="noStrike" cap="none" spc="0">
                <a:solidFill>
                  <a:srgbClr val="000000"/>
                </a:solidFill>
                <a:latin typeface="Asap Regular"/>
                <a:ea typeface="Asap Regular"/>
                <a:cs typeface="Asap Regular"/>
              </a:defRPr>
            </a:lvl6pPr>
            <a:lvl7pPr marL="2666998" marR="0" indent="-380998" algn="l" defTabSz="495298">
              <a:lnSpc>
                <a:spcPct val="120000"/>
              </a:lnSpc>
              <a:spcBef>
                <a:spcPts val="3538"/>
              </a:spcBef>
              <a:spcAft>
                <a:spcPts val="0"/>
              </a:spcAft>
              <a:buClrTx/>
              <a:buSzPct val="125000"/>
              <a:buFontTx/>
              <a:buChar char="•"/>
              <a:defRPr sz="3100" b="0" i="0" u="none" strike="noStrike" cap="none" spc="0">
                <a:solidFill>
                  <a:srgbClr val="000000"/>
                </a:solidFill>
                <a:latin typeface="Asap Regular"/>
                <a:ea typeface="Asap Regular"/>
                <a:cs typeface="Asap Regular"/>
              </a:defRPr>
            </a:lvl7pPr>
            <a:lvl8pPr marL="3047998" marR="0" indent="-380998" algn="l" defTabSz="495298">
              <a:lnSpc>
                <a:spcPct val="120000"/>
              </a:lnSpc>
              <a:spcBef>
                <a:spcPts val="3538"/>
              </a:spcBef>
              <a:spcAft>
                <a:spcPts val="0"/>
              </a:spcAft>
              <a:buClrTx/>
              <a:buSzPct val="125000"/>
              <a:buFontTx/>
              <a:buChar char="•"/>
              <a:defRPr sz="3100" b="0" i="0" u="none" strike="noStrike" cap="none" spc="0">
                <a:solidFill>
                  <a:srgbClr val="000000"/>
                </a:solidFill>
                <a:latin typeface="Asap Regular"/>
                <a:ea typeface="Asap Regular"/>
                <a:cs typeface="Asap Regular"/>
              </a:defRPr>
            </a:lvl8pPr>
            <a:lvl9pPr marL="3429000" marR="0" indent="-380998" algn="l" defTabSz="495298">
              <a:lnSpc>
                <a:spcPct val="120000"/>
              </a:lnSpc>
              <a:spcBef>
                <a:spcPts val="3538"/>
              </a:spcBef>
              <a:spcAft>
                <a:spcPts val="0"/>
              </a:spcAft>
              <a:buClrTx/>
              <a:buSzPct val="125000"/>
              <a:buFontTx/>
              <a:buChar char="•"/>
              <a:defRPr sz="3100" b="0" i="0" u="none" strike="noStrike" cap="none" spc="0">
                <a:solidFill>
                  <a:srgbClr val="000000"/>
                </a:solidFill>
                <a:latin typeface="Asap Regular"/>
                <a:ea typeface="Asap Regular"/>
                <a:cs typeface="Asap Regular"/>
              </a:defRPr>
            </a:lvl9pPr>
          </a:lstStyle>
          <a:p>
            <a:pPr>
              <a:defRPr/>
            </a:pPr>
            <a:r>
              <a:rPr lang="it-IT" sz="2400" b="1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Android &amp; Security</a:t>
            </a:r>
            <a:endParaRPr sz="2400" b="1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it-IT" sz="2400" b="1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cs typeface="Arial"/>
              </a:rPr>
              <a:t>Purpose</a:t>
            </a:r>
            <a:endParaRPr lang="it-IT" sz="2400" b="1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it-IT" sz="2400" b="1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cs typeface="Arial"/>
              </a:rPr>
              <a:t>Architecture</a:t>
            </a:r>
            <a:r>
              <a:rPr lang="it-IT" sz="2400" b="1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cs typeface="Arial"/>
              </a:rPr>
              <a:t> &amp; Features</a:t>
            </a:r>
            <a:endParaRPr lang="it-IT" sz="2400" b="1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it-IT" sz="2400" b="1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🌟</a:t>
            </a:r>
            <a:r>
              <a:rPr lang="it-IT" sz="2400" b="1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cs typeface="Arial"/>
              </a:rPr>
              <a:t> Demo</a:t>
            </a:r>
            <a:r>
              <a:rPr lang="it-IT" sz="2400" b="1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it-IT" sz="2400" b="1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🌟</a:t>
            </a:r>
            <a:endParaRPr lang="it-IT" sz="2400" b="1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it-IT" sz="2400" b="1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Technical Deep Dive</a:t>
            </a:r>
            <a:endParaRPr lang="it-IT" sz="2400" b="1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it-IT" sz="2400" b="1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cs typeface="Arial"/>
              </a:rPr>
              <a:t>What’s Next</a:t>
            </a:r>
            <a:endParaRPr lang="it-IT" sz="2400" b="1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endParaRPr lang="it-IT" sz="2400" b="1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endParaRPr sz="2400" b="1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148925" name="Title 1"/>
          <p:cNvSpPr>
            <a:spLocks noGrp="1"/>
          </p:cNvSpPr>
          <p:nvPr>
            <p:ph type="ctrTitle"/>
          </p:nvPr>
        </p:nvSpPr>
        <p:spPr bwMode="auto">
          <a:xfrm>
            <a:off x="4635663" y="2717051"/>
            <a:ext cx="7099137" cy="2387600"/>
          </a:xfrm>
        </p:spPr>
        <p:txBody>
          <a:bodyPr/>
          <a:lstStyle/>
          <a:p>
            <a:pPr>
              <a:defRPr/>
            </a:pPr>
            <a:r>
              <a:rPr lang="it-IT"/>
              <a:t>ANDROID &amp; SECURITY</a:t>
            </a:r>
            <a:endParaRPr/>
          </a:p>
        </p:txBody>
      </p:sp>
      <p:sp>
        <p:nvSpPr>
          <p:cNvPr id="968382753" name="Text Placeholder 2"/>
          <p:cNvSpPr>
            <a:spLocks noGrp="1"/>
          </p:cNvSpPr>
          <p:nvPr>
            <p:ph type="subTitle" idx="1"/>
          </p:nvPr>
        </p:nvSpPr>
        <p:spPr bwMode="auto">
          <a:xfrm>
            <a:off x="4635663" y="5334201"/>
            <a:ext cx="7099137" cy="1057328"/>
          </a:xfrm>
        </p:spPr>
        <p:txBody>
          <a:bodyPr/>
          <a:lstStyle/>
          <a:p>
            <a:pPr>
              <a:defRPr/>
            </a:pPr>
            <a:r>
              <a:rPr lang="it-IT"/>
              <a:t>Context &amp; Stats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493187" name="Title 1"/>
          <p:cNvSpPr>
            <a:spLocks noGrp="1"/>
          </p:cNvSpPr>
          <p:nvPr>
            <p:ph type="title"/>
          </p:nvPr>
        </p:nvSpPr>
        <p:spPr bwMode="auto">
          <a:xfrm>
            <a:off x="457200" y="457200"/>
            <a:ext cx="11277600" cy="1233486"/>
          </a:xfrm>
        </p:spPr>
        <p:txBody>
          <a:bodyPr vertOverflow="overflow" horzOverflow="overflow" vert="horz" wrap="square" lIns="0" tIns="45720" rIns="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it-IT"/>
              <a:t>CONTEXT: </a:t>
            </a:r>
            <a:r>
              <a:rPr lang="it-IT" sz="40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MOBILE DEVICES TODAY &amp; CYBER SECURITY</a:t>
            </a:r>
            <a:endParaRPr/>
          </a:p>
        </p:txBody>
      </p:sp>
      <p:sp>
        <p:nvSpPr>
          <p:cNvPr id="100658197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327566" y="1825625"/>
            <a:ext cx="10407232" cy="547119"/>
          </a:xfrm>
        </p:spPr>
        <p:txBody>
          <a:bodyPr>
            <a:noAutofit/>
          </a:bodyPr>
          <a:lstStyle/>
          <a:p>
            <a:pPr marL="0" indent="0">
              <a:buClr>
                <a:srgbClr val="D81EBF"/>
              </a:buClr>
              <a:buFont typeface="Arial"/>
              <a:buNone/>
              <a:defRPr/>
            </a:pPr>
            <a:r>
              <a:rPr lang="en-US" sz="28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~</a:t>
            </a:r>
            <a:r>
              <a:rPr lang="en-US" sz="28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4.88 Billion</a:t>
            </a:r>
            <a:r>
              <a:rPr lang="en-US" sz="2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smartphone users in the world as of 2024</a:t>
            </a:r>
            <a:endParaRPr sz="2800"/>
          </a:p>
        </p:txBody>
      </p:sp>
      <p:sp>
        <p:nvSpPr>
          <p:cNvPr id="29941290" name="Content Placeholder 2"/>
          <p:cNvSpPr>
            <a:spLocks noGrp="1"/>
          </p:cNvSpPr>
          <p:nvPr/>
        </p:nvSpPr>
        <p:spPr bwMode="auto">
          <a:xfrm flipH="0" flipV="0">
            <a:off x="1327566" y="2599290"/>
            <a:ext cx="10407232" cy="547119"/>
          </a:xfr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>
                <a:srgbClr val="D81EBF"/>
              </a:buClr>
              <a:buFont typeface="Arial"/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4674" indent="-290512" algn="l" defTabSz="914400">
              <a:lnSpc>
                <a:spcPct val="90000"/>
              </a:lnSpc>
              <a:spcBef>
                <a:spcPts val="499"/>
              </a:spcBef>
              <a:buClr>
                <a:srgbClr val="D81EBF"/>
              </a:buClr>
              <a:buFont typeface="Inter"/>
              <a:buChar char="◦"/>
              <a:defRPr sz="2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879474" indent="-274637" algn="l" defTabSz="914400">
              <a:lnSpc>
                <a:spcPct val="90000"/>
              </a:lnSpc>
              <a:spcBef>
                <a:spcPts val="499"/>
              </a:spcBef>
              <a:buClr>
                <a:srgbClr val="D81EBF"/>
              </a:buClr>
              <a:buFont typeface="Arial"/>
              <a:buChar char="−"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117599" indent="-193674" algn="l" defTabSz="914400">
              <a:lnSpc>
                <a:spcPct val="90000"/>
              </a:lnSpc>
              <a:spcBef>
                <a:spcPts val="499"/>
              </a:spcBef>
              <a:buClr>
                <a:srgbClr val="D81EBF"/>
              </a:buClr>
              <a:buFont typeface="Wingdings"/>
              <a:buChar char="§"/>
              <a:defRPr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46199" indent="-223837" algn="l" defTabSz="914400">
              <a:lnSpc>
                <a:spcPct val="90000"/>
              </a:lnSpc>
              <a:spcBef>
                <a:spcPts val="499"/>
              </a:spcBef>
              <a:buClr>
                <a:srgbClr val="D81EBF"/>
              </a:buClr>
              <a:buFont typeface="ABC Ginto"/>
              <a:buChar char="▫"/>
              <a:defRPr sz="1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D81EBF"/>
              </a:buClr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About 70% of them are Android devices (</a:t>
            </a:r>
            <a:r>
              <a:rPr lang="en-US" sz="28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~3.41 billion</a:t>
            </a:r>
            <a:r>
              <a:rPr lang="en-US" sz="2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)</a:t>
            </a:r>
            <a:endParaRPr sz="2800"/>
          </a:p>
        </p:txBody>
      </p:sp>
      <p:pic>
        <p:nvPicPr>
          <p:cNvPr id="5466200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7200" y="3650688"/>
            <a:ext cx="4059122" cy="2613168"/>
          </a:xfrm>
          <a:prstGeom prst="rect">
            <a:avLst/>
          </a:prstGeom>
        </p:spPr>
      </p:pic>
      <p:pic>
        <p:nvPicPr>
          <p:cNvPr id="62518039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48378" y="1825625"/>
            <a:ext cx="476222" cy="476222"/>
          </a:xfrm>
          <a:prstGeom prst="rect">
            <a:avLst/>
          </a:prstGeom>
        </p:spPr>
      </p:pic>
      <p:pic>
        <p:nvPicPr>
          <p:cNvPr id="64060805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92977" y="2634738"/>
            <a:ext cx="387025" cy="476222"/>
          </a:xfrm>
          <a:prstGeom prst="rect">
            <a:avLst/>
          </a:prstGeom>
        </p:spPr>
      </p:pic>
      <p:sp>
        <p:nvSpPr>
          <p:cNvPr id="656233400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5000379" y="5357765"/>
            <a:ext cx="6546750" cy="603639"/>
          </a:xfrm>
          <a:prstGeom prst="rect">
            <a:avLst/>
          </a:prstGeom>
          <a:ln w="12700">
            <a:miter lim="400000"/>
          </a:ln>
        </p:spPr>
        <p:txBody>
          <a:bodyPr lIns="30476" tIns="30476" rIns="30476" bIns="30476"/>
          <a:lstStyle>
            <a:lvl1pPr defTabSz="914400">
              <a:defRPr sz="2400" spc="-40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it-IT" sz="2800" b="0" i="0" u="none" strike="noStrike" cap="none" spc="-40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One of the biggest threats to security</a:t>
            </a:r>
            <a:endParaRPr sz="2800" b="0" i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1962021305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7991578" y="4734254"/>
            <a:ext cx="564354" cy="564354"/>
          </a:xfrm>
          <a:prstGeom prst="rect">
            <a:avLst/>
          </a:prstGeom>
        </p:spPr>
      </p:pic>
      <p:pic>
        <p:nvPicPr>
          <p:cNvPr id="1772998989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rot="19132023">
            <a:off x="6238778" y="3187743"/>
            <a:ext cx="2457450" cy="17811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58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180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60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4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620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998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02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233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8004802" name="Title 1"/>
          <p:cNvSpPr>
            <a:spLocks noGrp="1"/>
          </p:cNvSpPr>
          <p:nvPr>
            <p:ph type="title"/>
          </p:nvPr>
        </p:nvSpPr>
        <p:spPr bwMode="auto">
          <a:xfrm>
            <a:off x="457200" y="457200"/>
            <a:ext cx="11277600" cy="1233486"/>
          </a:xfrm>
        </p:spPr>
        <p:txBody>
          <a:bodyPr/>
          <a:lstStyle/>
          <a:p>
            <a:pPr>
              <a:defRPr/>
            </a:pPr>
            <a:r>
              <a:rPr lang="it-IT"/>
              <a:t>SOME STATS</a:t>
            </a:r>
            <a:endParaRPr/>
          </a:p>
        </p:txBody>
      </p:sp>
      <p:sp>
        <p:nvSpPr>
          <p:cNvPr id="76046096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57200" y="1825625"/>
            <a:ext cx="11277600" cy="487587"/>
          </a:xfrm>
        </p:spPr>
        <p:txBody>
          <a:bodyPr>
            <a:noAutofit/>
          </a:bodyPr>
          <a:lstStyle/>
          <a:p>
            <a:pPr marL="0" indent="0" algn="ctr">
              <a:buClr>
                <a:srgbClr val="D81EBF"/>
              </a:buClr>
              <a:buFont typeface="Arial"/>
              <a:buNone/>
              <a:defRPr/>
            </a:pPr>
            <a:r>
              <a:rPr lang="en-US" sz="26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6.3%</a:t>
            </a:r>
            <a:r>
              <a:rPr lang="en-US" sz="2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of smartphones had a malicious app installed (2024)</a:t>
            </a:r>
            <a:endParaRPr sz="2600"/>
          </a:p>
        </p:txBody>
      </p:sp>
      <p:sp>
        <p:nvSpPr>
          <p:cNvPr id="1982412519" name="Content Placeholder 2"/>
          <p:cNvSpPr>
            <a:spLocks noGrp="1"/>
          </p:cNvSpPr>
          <p:nvPr/>
        </p:nvSpPr>
        <p:spPr bwMode="auto">
          <a:xfrm flipH="0" flipV="0">
            <a:off x="457200" y="2313214"/>
            <a:ext cx="11277599" cy="487587"/>
          </a:xfr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>
                <a:srgbClr val="D81EBF"/>
              </a:buClr>
              <a:buFont typeface="Arial"/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4674" indent="-290512" algn="l" defTabSz="914400">
              <a:lnSpc>
                <a:spcPct val="90000"/>
              </a:lnSpc>
              <a:spcBef>
                <a:spcPts val="499"/>
              </a:spcBef>
              <a:buClr>
                <a:srgbClr val="D81EBF"/>
              </a:buClr>
              <a:buFont typeface="Inter"/>
              <a:buChar char="◦"/>
              <a:defRPr sz="2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879474" indent="-274637" algn="l" defTabSz="914400">
              <a:lnSpc>
                <a:spcPct val="90000"/>
              </a:lnSpc>
              <a:spcBef>
                <a:spcPts val="499"/>
              </a:spcBef>
              <a:buClr>
                <a:srgbClr val="D81EBF"/>
              </a:buClr>
              <a:buFont typeface="Arial"/>
              <a:buChar char="−"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117599" indent="-193674" algn="l" defTabSz="914400">
              <a:lnSpc>
                <a:spcPct val="90000"/>
              </a:lnSpc>
              <a:spcBef>
                <a:spcPts val="499"/>
              </a:spcBef>
              <a:buClr>
                <a:srgbClr val="D81EBF"/>
              </a:buClr>
              <a:buFont typeface="Wingdings"/>
              <a:buChar char="§"/>
              <a:defRPr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46199" indent="-223837" algn="l" defTabSz="914400">
              <a:lnSpc>
                <a:spcPct val="90000"/>
              </a:lnSpc>
              <a:spcBef>
                <a:spcPts val="499"/>
              </a:spcBef>
              <a:buClr>
                <a:srgbClr val="D81EBF"/>
              </a:buClr>
              <a:buFont typeface="ABC Ginto"/>
              <a:buChar char="▫"/>
              <a:defRPr sz="1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D81EBF"/>
              </a:buClr>
              <a:buFont typeface="Arial"/>
              <a:buNone/>
              <a:defRPr/>
            </a:pPr>
            <a:r>
              <a:rPr lang="en-US" sz="26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70% </a:t>
            </a:r>
            <a:r>
              <a:rPr lang="en-US" sz="2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of online fraud is accomplished through mobile platforms (2024)</a:t>
            </a:r>
            <a:endParaRPr sz="2600"/>
          </a:p>
        </p:txBody>
      </p:sp>
      <p:sp>
        <p:nvSpPr>
          <p:cNvPr id="1843499169" name="Content Placeholder 2"/>
          <p:cNvSpPr>
            <a:spLocks noGrp="1"/>
          </p:cNvSpPr>
          <p:nvPr/>
        </p:nvSpPr>
        <p:spPr bwMode="auto">
          <a:xfrm flipH="0" flipV="0">
            <a:off x="457200" y="2800802"/>
            <a:ext cx="11277599" cy="487587"/>
          </a:xfr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>
                <a:srgbClr val="D81EBF"/>
              </a:buClr>
              <a:buFont typeface="Arial"/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4674" indent="-290512" algn="l" defTabSz="914400">
              <a:lnSpc>
                <a:spcPct val="90000"/>
              </a:lnSpc>
              <a:spcBef>
                <a:spcPts val="499"/>
              </a:spcBef>
              <a:buClr>
                <a:srgbClr val="D81EBF"/>
              </a:buClr>
              <a:buFont typeface="Inter"/>
              <a:buChar char="◦"/>
              <a:defRPr sz="2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879474" indent="-274637" algn="l" defTabSz="914400">
              <a:lnSpc>
                <a:spcPct val="90000"/>
              </a:lnSpc>
              <a:spcBef>
                <a:spcPts val="499"/>
              </a:spcBef>
              <a:buClr>
                <a:srgbClr val="D81EBF"/>
              </a:buClr>
              <a:buFont typeface="Arial"/>
              <a:buChar char="−"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117599" indent="-193674" algn="l" defTabSz="914400">
              <a:lnSpc>
                <a:spcPct val="90000"/>
              </a:lnSpc>
              <a:spcBef>
                <a:spcPts val="499"/>
              </a:spcBef>
              <a:buClr>
                <a:srgbClr val="D81EBF"/>
              </a:buClr>
              <a:buFont typeface="Wingdings"/>
              <a:buChar char="§"/>
              <a:defRPr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46199" indent="-223837" algn="l" defTabSz="914400">
              <a:lnSpc>
                <a:spcPct val="90000"/>
              </a:lnSpc>
              <a:spcBef>
                <a:spcPts val="499"/>
              </a:spcBef>
              <a:buClr>
                <a:srgbClr val="D81EBF"/>
              </a:buClr>
              <a:buFont typeface="ABC Ginto"/>
              <a:buChar char="▫"/>
              <a:defRPr sz="1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D81EBF"/>
              </a:buClr>
              <a:buFont typeface="Arial"/>
              <a:buNone/>
              <a:defRPr/>
            </a:pPr>
            <a:r>
              <a:rPr lang="en-US" sz="26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83% </a:t>
            </a:r>
            <a:r>
              <a:rPr lang="en-US" sz="2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of phishing sites specifically targeted mobile devices (2024)</a:t>
            </a:r>
            <a:endParaRPr sz="2600"/>
          </a:p>
        </p:txBody>
      </p:sp>
      <p:sp>
        <p:nvSpPr>
          <p:cNvPr id="1395071485" name="Content Placeholder 2"/>
          <p:cNvSpPr>
            <a:spLocks noGrp="1"/>
          </p:cNvSpPr>
          <p:nvPr/>
        </p:nvSpPr>
        <p:spPr bwMode="auto">
          <a:xfrm flipH="0" flipV="0">
            <a:off x="457200" y="3288390"/>
            <a:ext cx="11277599" cy="487587"/>
          </a:xfr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>
                <a:srgbClr val="D81EBF"/>
              </a:buClr>
              <a:buFont typeface="Arial"/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4674" indent="-290512" algn="l" defTabSz="914400">
              <a:lnSpc>
                <a:spcPct val="90000"/>
              </a:lnSpc>
              <a:spcBef>
                <a:spcPts val="499"/>
              </a:spcBef>
              <a:buClr>
                <a:srgbClr val="D81EBF"/>
              </a:buClr>
              <a:buFont typeface="Inter"/>
              <a:buChar char="◦"/>
              <a:defRPr sz="2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879474" indent="-274637" algn="l" defTabSz="914400">
              <a:lnSpc>
                <a:spcPct val="90000"/>
              </a:lnSpc>
              <a:spcBef>
                <a:spcPts val="499"/>
              </a:spcBef>
              <a:buClr>
                <a:srgbClr val="D81EBF"/>
              </a:buClr>
              <a:buFont typeface="Arial"/>
              <a:buChar char="−"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117599" indent="-193674" algn="l" defTabSz="914400">
              <a:lnSpc>
                <a:spcPct val="90000"/>
              </a:lnSpc>
              <a:spcBef>
                <a:spcPts val="499"/>
              </a:spcBef>
              <a:buClr>
                <a:srgbClr val="D81EBF"/>
              </a:buClr>
              <a:buFont typeface="Wingdings"/>
              <a:buChar char="§"/>
              <a:defRPr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46199" indent="-223837" algn="l" defTabSz="914400">
              <a:lnSpc>
                <a:spcPct val="90000"/>
              </a:lnSpc>
              <a:spcBef>
                <a:spcPts val="499"/>
              </a:spcBef>
              <a:buClr>
                <a:srgbClr val="D81EBF"/>
              </a:buClr>
              <a:buFont typeface="ABC Ginto"/>
              <a:buChar char="▫"/>
              <a:defRPr sz="1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D81EBF"/>
              </a:buClr>
              <a:buFont typeface="Arial"/>
              <a:buNone/>
              <a:defRPr/>
            </a:pPr>
            <a:r>
              <a:rPr lang="en-US" sz="26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31%</a:t>
            </a:r>
            <a:r>
              <a:rPr lang="en-US" sz="2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of devices had out-of-date operating systems in Q3 2024</a:t>
            </a:r>
            <a:endParaRPr sz="2600"/>
          </a:p>
        </p:txBody>
      </p:sp>
      <p:sp>
        <p:nvSpPr>
          <p:cNvPr id="1172529597" name="Content Placeholder 2"/>
          <p:cNvSpPr>
            <a:spLocks noGrp="1"/>
          </p:cNvSpPr>
          <p:nvPr/>
        </p:nvSpPr>
        <p:spPr bwMode="auto">
          <a:xfrm flipH="0" flipV="0">
            <a:off x="457200" y="3775978"/>
            <a:ext cx="11277599" cy="487587"/>
          </a:xfr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>
                <a:srgbClr val="D81EBF"/>
              </a:buClr>
              <a:buFont typeface="Arial"/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4674" indent="-290512" algn="l" defTabSz="914400">
              <a:lnSpc>
                <a:spcPct val="90000"/>
              </a:lnSpc>
              <a:spcBef>
                <a:spcPts val="499"/>
              </a:spcBef>
              <a:buClr>
                <a:srgbClr val="D81EBF"/>
              </a:buClr>
              <a:buFont typeface="Inter"/>
              <a:buChar char="◦"/>
              <a:defRPr sz="2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879474" indent="-274637" algn="l" defTabSz="914400">
              <a:lnSpc>
                <a:spcPct val="90000"/>
              </a:lnSpc>
              <a:spcBef>
                <a:spcPts val="499"/>
              </a:spcBef>
              <a:buClr>
                <a:srgbClr val="D81EBF"/>
              </a:buClr>
              <a:buFont typeface="Arial"/>
              <a:buChar char="−"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117599" indent="-193674" algn="l" defTabSz="914400">
              <a:lnSpc>
                <a:spcPct val="90000"/>
              </a:lnSpc>
              <a:spcBef>
                <a:spcPts val="499"/>
              </a:spcBef>
              <a:buClr>
                <a:srgbClr val="D81EBF"/>
              </a:buClr>
              <a:buFont typeface="Wingdings"/>
              <a:buChar char="§"/>
              <a:defRPr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46199" indent="-223837" algn="l" defTabSz="914400">
              <a:lnSpc>
                <a:spcPct val="90000"/>
              </a:lnSpc>
              <a:spcBef>
                <a:spcPts val="499"/>
              </a:spcBef>
              <a:buClr>
                <a:srgbClr val="D81EBF"/>
              </a:buClr>
              <a:buFont typeface="ABC Ginto"/>
              <a:buChar char="▫"/>
              <a:defRPr sz="1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D81EBF"/>
              </a:buClr>
              <a:buFont typeface="Arial"/>
              <a:buNone/>
              <a:defRPr/>
            </a:pPr>
            <a:r>
              <a:rPr lang="en-US" sz="26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Mobile </a:t>
            </a:r>
            <a:r>
              <a:rPr lang="en-US" sz="26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malware </a:t>
            </a:r>
            <a:r>
              <a:rPr lang="en-US" sz="2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jumping by </a:t>
            </a:r>
            <a:r>
              <a:rPr lang="en-US" sz="26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151%</a:t>
            </a:r>
            <a:r>
              <a:rPr lang="en-US" sz="2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since start of year</a:t>
            </a:r>
            <a:endParaRPr sz="2600"/>
          </a:p>
        </p:txBody>
      </p:sp>
      <p:sp>
        <p:nvSpPr>
          <p:cNvPr id="1397641522" name="Content Placeholder 2"/>
          <p:cNvSpPr>
            <a:spLocks noGrp="1"/>
          </p:cNvSpPr>
          <p:nvPr/>
        </p:nvSpPr>
        <p:spPr bwMode="auto">
          <a:xfrm flipH="0" flipV="0">
            <a:off x="457200" y="4263566"/>
            <a:ext cx="11277599" cy="487587"/>
          </a:xfr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>
                <a:srgbClr val="D81EBF"/>
              </a:buClr>
              <a:buFont typeface="Arial"/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4674" indent="-290512" algn="l" defTabSz="914400">
              <a:lnSpc>
                <a:spcPct val="90000"/>
              </a:lnSpc>
              <a:spcBef>
                <a:spcPts val="499"/>
              </a:spcBef>
              <a:buClr>
                <a:srgbClr val="D81EBF"/>
              </a:buClr>
              <a:buFont typeface="Inter"/>
              <a:buChar char="◦"/>
              <a:defRPr sz="2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879474" indent="-274637" algn="l" defTabSz="914400">
              <a:lnSpc>
                <a:spcPct val="90000"/>
              </a:lnSpc>
              <a:spcBef>
                <a:spcPts val="499"/>
              </a:spcBef>
              <a:buClr>
                <a:srgbClr val="D81EBF"/>
              </a:buClr>
              <a:buFont typeface="Arial"/>
              <a:buChar char="−"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117599" indent="-193674" algn="l" defTabSz="914400">
              <a:lnSpc>
                <a:spcPct val="90000"/>
              </a:lnSpc>
              <a:spcBef>
                <a:spcPts val="499"/>
              </a:spcBef>
              <a:buClr>
                <a:srgbClr val="D81EBF"/>
              </a:buClr>
              <a:buFont typeface="Wingdings"/>
              <a:buChar char="§"/>
              <a:defRPr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46199" indent="-223837" algn="l" defTabSz="914400">
              <a:lnSpc>
                <a:spcPct val="90000"/>
              </a:lnSpc>
              <a:spcBef>
                <a:spcPts val="499"/>
              </a:spcBef>
              <a:buClr>
                <a:srgbClr val="D81EBF"/>
              </a:buClr>
              <a:buFont typeface="ABC Ginto"/>
              <a:buChar char="▫"/>
              <a:defRPr sz="1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D81EBF"/>
              </a:buClr>
              <a:buFont typeface="Arial"/>
              <a:buNone/>
              <a:defRPr/>
            </a:pPr>
            <a:r>
              <a:rPr lang="en-US" sz="26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Google </a:t>
            </a:r>
            <a:r>
              <a:rPr lang="en-US" sz="2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increasing bug bounty rewards for Android</a:t>
            </a:r>
            <a:endParaRPr sz="2600"/>
          </a:p>
        </p:txBody>
      </p:sp>
      <p:sp>
        <p:nvSpPr>
          <p:cNvPr id="1026350851" name="Content Placeholder 2"/>
          <p:cNvSpPr>
            <a:spLocks noGrp="1"/>
          </p:cNvSpPr>
          <p:nvPr/>
        </p:nvSpPr>
        <p:spPr bwMode="auto">
          <a:xfrm flipH="0" flipV="0">
            <a:off x="457200" y="4751154"/>
            <a:ext cx="11277599" cy="938332"/>
          </a:xfr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>
                <a:srgbClr val="D81EBF"/>
              </a:buClr>
              <a:buFont typeface="Arial"/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4674" indent="-290512" algn="l" defTabSz="914400">
              <a:lnSpc>
                <a:spcPct val="90000"/>
              </a:lnSpc>
              <a:spcBef>
                <a:spcPts val="499"/>
              </a:spcBef>
              <a:buClr>
                <a:srgbClr val="D81EBF"/>
              </a:buClr>
              <a:buFont typeface="Inter"/>
              <a:buChar char="◦"/>
              <a:defRPr sz="2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879474" indent="-274637" algn="l" defTabSz="914400">
              <a:lnSpc>
                <a:spcPct val="90000"/>
              </a:lnSpc>
              <a:spcBef>
                <a:spcPts val="499"/>
              </a:spcBef>
              <a:buClr>
                <a:srgbClr val="D81EBF"/>
              </a:buClr>
              <a:buFont typeface="Arial"/>
              <a:buChar char="−"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117599" indent="-193674" algn="l" defTabSz="914400">
              <a:lnSpc>
                <a:spcPct val="90000"/>
              </a:lnSpc>
              <a:spcBef>
                <a:spcPts val="499"/>
              </a:spcBef>
              <a:buClr>
                <a:srgbClr val="D81EBF"/>
              </a:buClr>
              <a:buFont typeface="Wingdings"/>
              <a:buChar char="§"/>
              <a:defRPr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46199" indent="-223837" algn="l" defTabSz="914400">
              <a:lnSpc>
                <a:spcPct val="90000"/>
              </a:lnSpc>
              <a:spcBef>
                <a:spcPts val="499"/>
              </a:spcBef>
              <a:buClr>
                <a:srgbClr val="D81EBF"/>
              </a:buClr>
              <a:buFont typeface="ABC Ginto"/>
              <a:buChar char="▫"/>
              <a:defRPr sz="1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D81EBF"/>
              </a:buClr>
              <a:buFont typeface="Arial"/>
              <a:buNone/>
              <a:defRPr/>
            </a:pPr>
            <a:r>
              <a:rPr lang="en-US" sz="26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Pwn2Own</a:t>
            </a:r>
            <a:r>
              <a:rPr lang="en-US" sz="2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’s recent results (Samsung Galaxy S25 RCE + withdrawn WhatsApp 0-click RCE)</a:t>
            </a:r>
            <a:endParaRPr sz="2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46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41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99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07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529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64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50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3344942" name="Title 1"/>
          <p:cNvSpPr>
            <a:spLocks noGrp="1"/>
          </p:cNvSpPr>
          <p:nvPr>
            <p:ph type="title"/>
          </p:nvPr>
        </p:nvSpPr>
        <p:spPr bwMode="auto">
          <a:xfrm>
            <a:off x="457200" y="457200"/>
            <a:ext cx="11277600" cy="1233486"/>
          </a:xfrm>
        </p:spPr>
        <p:txBody>
          <a:bodyPr/>
          <a:lstStyle/>
          <a:p>
            <a:pPr>
              <a:defRPr/>
            </a:pPr>
            <a:r>
              <a:rPr lang="it-IT" sz="40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TOTALLY DIFFERENT KIND OF VULNERABILITIES</a:t>
            </a:r>
            <a:endParaRPr/>
          </a:p>
        </p:txBody>
      </p:sp>
      <p:sp>
        <p:nvSpPr>
          <p:cNvPr id="172763844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rot="20809506" flipH="0" flipV="0">
            <a:off x="800726" y="2089584"/>
            <a:ext cx="2692566" cy="603639"/>
          </a:xfrm>
          <a:prstGeom prst="rect">
            <a:avLst/>
          </a:prstGeom>
          <a:ln w="12700">
            <a:miter lim="400000"/>
          </a:ln>
        </p:spPr>
        <p:txBody>
          <a:bodyPr lIns="30475" tIns="30475" rIns="30475" bIns="30475"/>
          <a:lstStyle>
            <a:lvl1pPr defTabSz="914400">
              <a:defRPr sz="2400" spc="-38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it-IT" sz="2800" b="1" i="0" u="none" strike="noStrike" cap="none" spc="-38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Binder</a:t>
            </a:r>
            <a:endParaRPr sz="2800" b="1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690821855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rot="477124" flipH="0" flipV="0">
            <a:off x="3140794" y="4566758"/>
            <a:ext cx="2692565" cy="603639"/>
          </a:xfrm>
          <a:prstGeom prst="rect">
            <a:avLst/>
          </a:prstGeom>
          <a:ln w="12700">
            <a:miter lim="400000"/>
          </a:ln>
        </p:spPr>
        <p:txBody>
          <a:bodyPr lIns="30475" tIns="30475" rIns="30475" bIns="30475"/>
          <a:lstStyle>
            <a:lvl1pPr defTabSz="914400">
              <a:defRPr sz="2400" spc="-38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it-IT" sz="2800" b="1" i="0" u="none" strike="noStrike" cap="none" spc="-38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Intents</a:t>
            </a:r>
            <a:endParaRPr sz="2800" b="1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826484308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rot="20841236" flipH="0" flipV="0">
            <a:off x="4322339" y="1870880"/>
            <a:ext cx="2991582" cy="603639"/>
          </a:xfrm>
          <a:prstGeom prst="rect">
            <a:avLst/>
          </a:prstGeom>
          <a:ln w="12700">
            <a:miter lim="400000"/>
          </a:ln>
        </p:spPr>
        <p:txBody>
          <a:bodyPr lIns="30475" tIns="30475" rIns="30475" bIns="30475"/>
          <a:lstStyle>
            <a:lvl1pPr defTabSz="914400">
              <a:defRPr sz="2400" spc="-38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it-IT" sz="2800" b="1" i="0" u="none" strike="noStrike" cap="none" spc="-38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Pending Intents</a:t>
            </a:r>
            <a:endParaRPr sz="2800" b="1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079245850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rot="1571083" flipH="0" flipV="0">
            <a:off x="4690582" y="3576104"/>
            <a:ext cx="2991582" cy="603639"/>
          </a:xfrm>
          <a:prstGeom prst="rect">
            <a:avLst/>
          </a:prstGeom>
          <a:ln w="12700">
            <a:miter lim="400000"/>
          </a:ln>
        </p:spPr>
        <p:txBody>
          <a:bodyPr lIns="30475" tIns="30475" rIns="30475" bIns="30475"/>
          <a:lstStyle>
            <a:lvl1pPr defTabSz="914400">
              <a:defRPr sz="2400" spc="-38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it-IT" sz="2800" b="1" i="0" u="none" strike="noStrike" cap="none" spc="-38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WebViews</a:t>
            </a:r>
            <a:endParaRPr sz="2800" b="1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5530839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rot="20476182" flipH="0" flipV="0">
            <a:off x="426606" y="3800618"/>
            <a:ext cx="2991582" cy="603639"/>
          </a:xfrm>
          <a:prstGeom prst="rect">
            <a:avLst/>
          </a:prstGeom>
          <a:ln w="12700">
            <a:miter lim="400000"/>
          </a:ln>
        </p:spPr>
        <p:txBody>
          <a:bodyPr lIns="30475" tIns="30475" rIns="30475" bIns="30475"/>
          <a:lstStyle>
            <a:lvl1pPr defTabSz="914400">
              <a:defRPr sz="2400" spc="-38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it-IT" sz="2800" b="1" i="0" u="none" strike="noStrike" cap="none" spc="-38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Sandbox bypass</a:t>
            </a:r>
            <a:endParaRPr sz="2800" b="1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512566324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rot="458114" flipH="0" flipV="0">
            <a:off x="5296151" y="5556360"/>
            <a:ext cx="2991582" cy="926161"/>
          </a:xfrm>
          <a:prstGeom prst="rect">
            <a:avLst/>
          </a:prstGeom>
          <a:ln w="12700">
            <a:miter lim="400000"/>
          </a:ln>
        </p:spPr>
        <p:txBody>
          <a:bodyPr lIns="30475" tIns="30475" rIns="30475" bIns="30475"/>
          <a:lstStyle>
            <a:lvl1pPr defTabSz="914400">
              <a:defRPr sz="2400" spc="-38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it-IT" sz="2800" b="1" i="0" u="none" strike="noStrike" cap="none" spc="-38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Content Providers</a:t>
            </a:r>
            <a:endParaRPr sz="2800" b="1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1834161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rot="1375338" flipH="0" flipV="0">
            <a:off x="7586591" y="3186877"/>
            <a:ext cx="2991582" cy="603639"/>
          </a:xfrm>
          <a:prstGeom prst="rect">
            <a:avLst/>
          </a:prstGeom>
          <a:ln w="12700">
            <a:miter lim="400000"/>
          </a:ln>
        </p:spPr>
        <p:txBody>
          <a:bodyPr lIns="30475" tIns="30475" rIns="30475" bIns="30475"/>
          <a:lstStyle>
            <a:lvl1pPr defTabSz="914400">
              <a:defRPr sz="2400" spc="-38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it-IT" sz="2800" b="1" i="0" u="none" strike="noStrike" cap="none" spc="-38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Permissions</a:t>
            </a:r>
            <a:endParaRPr sz="2800" b="1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469579032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rot="0" flipH="0" flipV="0">
            <a:off x="1121904" y="5759413"/>
            <a:ext cx="2692565" cy="603639"/>
          </a:xfrm>
          <a:prstGeom prst="rect">
            <a:avLst/>
          </a:prstGeom>
          <a:ln w="12700">
            <a:miter lim="400000"/>
          </a:ln>
        </p:spPr>
        <p:txBody>
          <a:bodyPr lIns="30475" tIns="30475" rIns="30475" bIns="30475"/>
          <a:lstStyle>
            <a:lvl1pPr defTabSz="914400">
              <a:defRPr sz="2400" spc="-38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it-IT" sz="2800" b="1" i="0" u="none" strike="noStrike" cap="none" spc="-38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Activities</a:t>
            </a:r>
            <a:endParaRPr sz="2800" b="1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325580320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rot="21032169" flipH="0" flipV="0">
            <a:off x="8846703" y="5063233"/>
            <a:ext cx="2991582" cy="926160"/>
          </a:xfrm>
          <a:prstGeom prst="rect">
            <a:avLst/>
          </a:prstGeom>
          <a:ln w="12700">
            <a:miter lim="400000"/>
          </a:ln>
        </p:spPr>
        <p:txBody>
          <a:bodyPr lIns="30475" tIns="30475" rIns="30475" bIns="30475"/>
          <a:lstStyle>
            <a:lvl1pPr defTabSz="914400">
              <a:defRPr sz="2400" spc="-38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it-IT" sz="2800" b="1" i="0" u="none" strike="noStrike" cap="none" spc="-38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Broadcast Receivers</a:t>
            </a:r>
            <a:endParaRPr sz="2800" b="1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188737363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rot="845926" flipH="0" flipV="0">
            <a:off x="8335437" y="2326293"/>
            <a:ext cx="2991582" cy="603639"/>
          </a:xfrm>
          <a:prstGeom prst="rect">
            <a:avLst/>
          </a:prstGeom>
          <a:ln w="12700">
            <a:miter lim="400000"/>
          </a:ln>
        </p:spPr>
        <p:txBody>
          <a:bodyPr lIns="30475" tIns="30475" rIns="30475" bIns="30475"/>
          <a:lstStyle>
            <a:lvl1pPr defTabSz="914400">
              <a:defRPr sz="2400" spc="-38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it-IT" sz="2800" b="1" i="0" u="none" strike="noStrike" cap="none" spc="-38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Services</a:t>
            </a:r>
            <a:endParaRPr sz="2800" b="1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120994671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rot="20755671" flipH="0" flipV="0">
            <a:off x="6840213" y="4327783"/>
            <a:ext cx="2991582" cy="512825"/>
          </a:xfrm>
          <a:prstGeom prst="rect">
            <a:avLst/>
          </a:prstGeom>
          <a:ln w="12700">
            <a:miter lim="400000"/>
          </a:ln>
        </p:spPr>
        <p:txBody>
          <a:bodyPr lIns="30475" tIns="30475" rIns="30475" bIns="30475"/>
          <a:lstStyle>
            <a:lvl1pPr defTabSz="914400">
              <a:defRPr sz="2400" spc="-38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it-IT" sz="2800" b="1" i="0" u="none" strike="noStrike" cap="none" spc="-38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TWAs</a:t>
            </a:r>
            <a:endParaRPr sz="2800" b="1">
              <a:solidFill>
                <a:schemeClr val="bg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24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4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6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82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648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579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73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56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580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994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334232" name="Title 1"/>
          <p:cNvSpPr>
            <a:spLocks noGrp="1"/>
          </p:cNvSpPr>
          <p:nvPr>
            <p:ph type="ctrTitle"/>
          </p:nvPr>
        </p:nvSpPr>
        <p:spPr bwMode="auto">
          <a:xfrm>
            <a:off x="4635662" y="2717050"/>
            <a:ext cx="7099137" cy="2387599"/>
          </a:xfrm>
        </p:spPr>
        <p:txBody>
          <a:bodyPr/>
          <a:lstStyle/>
          <a:p>
            <a:pPr>
              <a:defRPr/>
            </a:pPr>
            <a:r>
              <a:rPr lang="it-IT"/>
              <a:t>PURPOSE</a:t>
            </a:r>
            <a:endParaRPr/>
          </a:p>
        </p:txBody>
      </p:sp>
      <p:sp>
        <p:nvSpPr>
          <p:cNvPr id="1793061011" name="Text Placeholder 2"/>
          <p:cNvSpPr>
            <a:spLocks noGrp="1"/>
          </p:cNvSpPr>
          <p:nvPr>
            <p:ph type="subTitle" idx="1"/>
          </p:nvPr>
        </p:nvSpPr>
        <p:spPr bwMode="auto">
          <a:xfrm>
            <a:off x="4635662" y="5334201"/>
            <a:ext cx="7099137" cy="1057327"/>
          </a:xfrm>
        </p:spPr>
        <p:txBody>
          <a:bodyPr/>
          <a:lstStyle/>
          <a:p>
            <a:pPr>
              <a:defRPr/>
            </a:pPr>
            <a:r>
              <a:rPr lang="it-IT"/>
              <a:t>Why DroidGround exists and what problem it solves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664776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866996" y="3427990"/>
            <a:ext cx="2457450" cy="1781174"/>
          </a:xfrm>
          <a:prstGeom prst="rect">
            <a:avLst/>
          </a:prstGeom>
        </p:spPr>
      </p:pic>
      <p:sp>
        <p:nvSpPr>
          <p:cNvPr id="1327407036" name="Title 1"/>
          <p:cNvSpPr>
            <a:spLocks noGrp="1"/>
          </p:cNvSpPr>
          <p:nvPr>
            <p:ph type="title"/>
          </p:nvPr>
        </p:nvSpPr>
        <p:spPr bwMode="auto">
          <a:xfrm>
            <a:off x="457200" y="457200"/>
            <a:ext cx="11277600" cy="1233486"/>
          </a:xfrm>
        </p:spPr>
        <p:txBody>
          <a:bodyPr/>
          <a:lstStyle/>
          <a:p>
            <a:pPr>
              <a:defRPr/>
            </a:pPr>
            <a:r>
              <a:rPr lang="it-IT" sz="40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WHY DROIDGROUND</a:t>
            </a:r>
            <a:r>
              <a:rPr lang="en-US" sz="40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?</a:t>
            </a:r>
            <a:endParaRPr/>
          </a:p>
        </p:txBody>
      </p:sp>
      <p:sp>
        <p:nvSpPr>
          <p:cNvPr id="396663843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1016596" y="1735297"/>
            <a:ext cx="10158807" cy="603639"/>
          </a:xfrm>
          <a:prstGeom prst="rect">
            <a:avLst/>
          </a:prstGeom>
          <a:ln w="12700">
            <a:miter lim="400000"/>
          </a:ln>
        </p:spPr>
        <p:txBody>
          <a:bodyPr lIns="30475" tIns="30475" rIns="30475" bIns="30475"/>
          <a:lstStyle>
            <a:lvl1pPr defTabSz="914400">
              <a:defRPr sz="2400" spc="-38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en-GB" sz="2200" b="0" i="0" u="none" strike="noStrike" cap="none" spc="-38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Classic CTF </a:t>
            </a:r>
            <a:r>
              <a:rPr lang="it-IT" sz="2200" b="0" i="0" u="none" strike="noStrike" cap="none" spc="-38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Android </a:t>
            </a:r>
            <a:r>
              <a:rPr lang="en-GB" sz="2200" b="0" i="0" u="none" strike="noStrike" cap="none" spc="-38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challenges are mostly static </a:t>
            </a:r>
            <a:r>
              <a:rPr lang="en-GB" sz="2200" b="1" i="0" u="none" strike="noStrike" cap="none" spc="-38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reverse </a:t>
            </a:r>
            <a:r>
              <a:rPr lang="en-GB" sz="2200" b="1" i="0" u="none" strike="noStrike" cap="none" spc="-38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engineering </a:t>
            </a:r>
            <a:r>
              <a:rPr lang="en-GB" sz="2200" b="0" i="0" u="none" strike="noStrike" cap="none" spc="-38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of an APK.</a:t>
            </a:r>
            <a:endParaRPr sz="2200" b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046235463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169335" y="2338937"/>
            <a:ext cx="11853333" cy="603639"/>
          </a:xfrm>
          <a:prstGeom prst="rect">
            <a:avLst/>
          </a:prstGeom>
          <a:ln w="12700">
            <a:miter lim="400000"/>
          </a:ln>
        </p:spPr>
        <p:txBody>
          <a:bodyPr lIns="30475" tIns="30475" rIns="30475" bIns="30475"/>
          <a:lstStyle>
            <a:lvl1pPr defTabSz="914400">
              <a:defRPr sz="2400" spc="-38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en-GB" sz="2200" b="0" i="0" u="none" strike="noStrike" cap="none" spc="-38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Real runtime exploitation (</a:t>
            </a:r>
            <a:r>
              <a:rPr lang="en-GB" sz="2200" b="1" i="0" u="none" strike="noStrike" cap="none" spc="-38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RCE</a:t>
            </a:r>
            <a:r>
              <a:rPr lang="en-GB" sz="2200" b="0" i="0" u="none" strike="noStrike" cap="none" spc="-38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, </a:t>
            </a:r>
            <a:r>
              <a:rPr lang="en-GB" sz="2200" b="1" i="0" u="none" strike="noStrike" cap="none" spc="-38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IPC </a:t>
            </a:r>
            <a:r>
              <a:rPr lang="en-GB" sz="2200" b="1" i="0" u="none" strike="noStrike" cap="none" spc="-38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abuse</a:t>
            </a:r>
            <a:r>
              <a:rPr lang="en-GB" sz="2200" b="0" i="0" u="none" strike="noStrike" cap="none" spc="-38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, </a:t>
            </a:r>
            <a:r>
              <a:rPr lang="en-GB" sz="2200" b="1" i="0" u="none" strike="noStrike" cap="none" spc="-38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intent abuse</a:t>
            </a:r>
            <a:r>
              <a:rPr lang="en-GB" sz="2200" b="0" i="0" u="none" strike="noStrike" cap="none" spc="-38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, etc.) is hard to host</a:t>
            </a:r>
            <a:r>
              <a:rPr lang="it-IT" sz="2200" b="0" i="0" u="none" strike="noStrike" cap="none" spc="-38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.</a:t>
            </a:r>
            <a:endParaRPr sz="2200" b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201904218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321735" y="2942576"/>
            <a:ext cx="11853333" cy="603639"/>
          </a:xfrm>
          <a:prstGeom prst="rect">
            <a:avLst/>
          </a:prstGeom>
          <a:ln w="12700">
            <a:miter lim="400000"/>
          </a:ln>
        </p:spPr>
        <p:txBody>
          <a:bodyPr lIns="30475" tIns="30475" rIns="30475" bIns="30475"/>
          <a:lstStyle>
            <a:lvl1pPr defTabSz="914400">
              <a:defRPr sz="2400" spc="-38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en-GB" sz="2200" b="0" i="0" u="none" strike="noStrike" cap="none" spc="-38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Organizers also want control</a:t>
            </a:r>
            <a:r>
              <a:rPr lang="it-IT" sz="2200" b="0" i="0" u="none" strike="noStrike" cap="none" spc="-38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 and be able to</a:t>
            </a:r>
            <a:r>
              <a:rPr lang="en-GB" sz="2200" b="0" i="0" u="none" strike="noStrike" cap="none" spc="-38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2200" b="1" i="0" u="none" strike="noStrike" cap="none" spc="-38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force the intended path</a:t>
            </a:r>
            <a:r>
              <a:rPr lang="en-GB" sz="2200" b="0" i="0" u="none" strike="noStrike" cap="none" spc="-38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 to get the flag.</a:t>
            </a:r>
            <a:endParaRPr sz="2200" b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932137113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169335" y="5677310"/>
            <a:ext cx="11853333" cy="603639"/>
          </a:xfrm>
          <a:prstGeom prst="rect">
            <a:avLst/>
          </a:prstGeom>
          <a:ln w="12700">
            <a:miter lim="400000"/>
          </a:ln>
        </p:spPr>
        <p:txBody>
          <a:bodyPr lIns="30475" tIns="30475" rIns="30475" bIns="30475"/>
          <a:lstStyle>
            <a:lvl1pPr defTabSz="914400">
              <a:defRPr sz="2400" spc="-38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en-GB" sz="2200" b="0" i="1" u="none" strike="noStrike" cap="none" spc="-38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DroidGround </a:t>
            </a:r>
            <a:r>
              <a:rPr lang="en-GB" sz="2200" b="0" i="0" u="none" strike="noStrike" cap="none" spc="-38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solves this by providing a </a:t>
            </a:r>
            <a:r>
              <a:rPr lang="it-IT" sz="2200" b="0" i="0" u="none" strike="noStrike" cap="none" spc="-38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flexible and </a:t>
            </a:r>
            <a:r>
              <a:rPr lang="en-GB" sz="2200" b="0" i="0" u="none" strike="noStrike" cap="none" spc="-38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controlled</a:t>
            </a:r>
            <a:r>
              <a:rPr lang="it-IT" sz="2200" b="0" i="0" u="none" strike="noStrike" cap="none" spc="-38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 access to an Android target</a:t>
            </a:r>
            <a:endParaRPr sz="2200" b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66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623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90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77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13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7571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rot="2699971">
            <a:off x="4297416" y="3443170"/>
            <a:ext cx="2457450" cy="1781174"/>
          </a:xfrm>
          <a:prstGeom prst="rect">
            <a:avLst/>
          </a:prstGeom>
        </p:spPr>
      </p:pic>
      <p:pic>
        <p:nvPicPr>
          <p:cNvPr id="2429584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rot="18899975">
            <a:off x="5556897" y="3428363"/>
            <a:ext cx="2457450" cy="1781174"/>
          </a:xfrm>
          <a:prstGeom prst="rect">
            <a:avLst/>
          </a:prstGeom>
        </p:spPr>
      </p:pic>
      <p:sp>
        <p:nvSpPr>
          <p:cNvPr id="981463255" name="Title 1"/>
          <p:cNvSpPr>
            <a:spLocks noGrp="1"/>
          </p:cNvSpPr>
          <p:nvPr>
            <p:ph type="title"/>
          </p:nvPr>
        </p:nvSpPr>
        <p:spPr bwMode="auto">
          <a:xfrm>
            <a:off x="457200" y="457200"/>
            <a:ext cx="11277600" cy="1233486"/>
          </a:xfrm>
        </p:spPr>
        <p:txBody>
          <a:bodyPr/>
          <a:lstStyle/>
          <a:p>
            <a:pPr>
              <a:defRPr/>
            </a:pPr>
            <a:r>
              <a:rPr lang="it-IT" sz="40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WHAT DROIDGROUND IS</a:t>
            </a:r>
            <a:endParaRPr/>
          </a:p>
        </p:txBody>
      </p:sp>
      <p:sp>
        <p:nvSpPr>
          <p:cNvPr id="812452818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859291" y="1587583"/>
            <a:ext cx="10158807" cy="1386805"/>
          </a:xfrm>
          <a:prstGeom prst="rect">
            <a:avLst/>
          </a:prstGeom>
          <a:ln w="12700">
            <a:miter lim="400000"/>
          </a:ln>
        </p:spPr>
        <p:txBody>
          <a:bodyPr lIns="30476" tIns="30476" rIns="30476" bIns="30476"/>
          <a:lstStyle>
            <a:lvl1pPr defTabSz="914400">
              <a:defRPr sz="2400" spc="-40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lnSpc>
                <a:spcPct val="114999"/>
              </a:lnSpc>
              <a:defRPr/>
            </a:pPr>
            <a:r>
              <a:rPr lang="it-IT" sz="2200" b="0" i="0" u="none" strike="noStrike" cap="none" spc="-40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DroidGround is an </a:t>
            </a:r>
            <a:r>
              <a:rPr lang="it-IT" sz="2200" b="1" i="1" u="none" strike="noStrike" cap="none" spc="-40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enabler </a:t>
            </a:r>
            <a:r>
              <a:rPr lang="it-IT" sz="2200" b="0" i="0" u="none" strike="noStrike" cap="none" spc="-40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that makes it practical to host live, runtime Android exploitation challenges, letting organizers present bugs that only manifest on a running device instead of static APK puzzles.</a:t>
            </a:r>
            <a:endParaRPr sz="2200" b="0" i="1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241363215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4575933" y="3254178"/>
            <a:ext cx="3220235" cy="603639"/>
          </a:xfrm>
          <a:prstGeom prst="rect">
            <a:avLst/>
          </a:prstGeom>
          <a:ln w="12700">
            <a:miter lim="400000"/>
          </a:ln>
        </p:spPr>
        <p:txBody>
          <a:bodyPr lIns="30476" tIns="30476" rIns="30476" bIns="30476"/>
          <a:lstStyle>
            <a:lvl1pPr defTabSz="914400">
              <a:defRPr sz="2400" spc="-40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it-IT" sz="2200" b="0" i="0" u="none" strike="noStrike" cap="none" spc="-40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The benefits?</a:t>
            </a:r>
            <a:endParaRPr sz="2200" b="0" i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041599542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1988438" y="5323500"/>
            <a:ext cx="3298028" cy="713439"/>
          </a:xfrm>
          <a:prstGeom prst="rect">
            <a:avLst/>
          </a:prstGeom>
          <a:ln w="12700">
            <a:miter lim="400000"/>
          </a:ln>
        </p:spPr>
        <p:txBody>
          <a:bodyPr lIns="30476" tIns="30476" rIns="30476" bIns="30476"/>
          <a:lstStyle>
            <a:lvl1pPr defTabSz="914400">
              <a:defRPr sz="2400" spc="-40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>
              <a:lnSpc>
                <a:spcPct val="114999"/>
              </a:lnSpc>
              <a:defRPr/>
            </a:pPr>
            <a:r>
              <a:rPr lang="it-IT" sz="1800" b="0" i="0" u="none" strike="noStrike" cap="none" spc="-40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Teaches </a:t>
            </a:r>
            <a:r>
              <a:rPr lang="it-IT" sz="1800" b="1" i="0" u="none" strike="noStrike" cap="none" spc="-40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realistic </a:t>
            </a:r>
            <a:r>
              <a:rPr lang="it-IT" sz="1800" b="0" i="0" u="none" strike="noStrike" cap="none" spc="-40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exploitation workflows</a:t>
            </a:r>
            <a:endParaRPr sz="1800" b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643395130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7024582" y="5323480"/>
            <a:ext cx="3298028" cy="1122221"/>
          </a:xfrm>
          <a:prstGeom prst="rect">
            <a:avLst/>
          </a:prstGeom>
          <a:ln w="12700">
            <a:miter lim="400000"/>
          </a:ln>
        </p:spPr>
        <p:txBody>
          <a:bodyPr lIns="30476" tIns="30476" rIns="30476" bIns="30476"/>
          <a:lstStyle>
            <a:lvl1pPr defTabSz="914400">
              <a:defRPr sz="2400" spc="-40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>
              <a:lnSpc>
                <a:spcPct val="114999"/>
              </a:lnSpc>
              <a:defRPr/>
            </a:pPr>
            <a:r>
              <a:rPr lang="it-IT" sz="1800" b="0">
                <a:solidFill>
                  <a:schemeClr val="bg1"/>
                </a:solidFill>
                <a:latin typeface="Arial"/>
              </a:rPr>
              <a:t>It’s more fun! (aka don’t underestimate the power of </a:t>
            </a:r>
            <a:r>
              <a:rPr lang="it-IT" sz="1800" b="1">
                <a:solidFill>
                  <a:schemeClr val="bg1"/>
                </a:solidFill>
                <a:latin typeface="Arial"/>
              </a:rPr>
              <a:t>gamification</a:t>
            </a:r>
            <a:r>
              <a:rPr lang="it-IT" sz="1800" b="0">
                <a:solidFill>
                  <a:schemeClr val="bg1"/>
                </a:solidFill>
                <a:latin typeface="Arial"/>
              </a:rPr>
              <a:t>)</a:t>
            </a:r>
            <a:endParaRPr sz="1800" b="0">
              <a:solidFill>
                <a:schemeClr val="bg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45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363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5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599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958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39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59671" name="Title 1"/>
          <p:cNvSpPr>
            <a:spLocks noGrp="1"/>
          </p:cNvSpPr>
          <p:nvPr>
            <p:ph type="ctrTitle"/>
          </p:nvPr>
        </p:nvSpPr>
        <p:spPr bwMode="auto">
          <a:xfrm>
            <a:off x="4635662" y="2717050"/>
            <a:ext cx="7099137" cy="2387599"/>
          </a:xfrm>
        </p:spPr>
        <p:txBody>
          <a:bodyPr/>
          <a:lstStyle/>
          <a:p>
            <a:pPr>
              <a:defRPr/>
            </a:pPr>
            <a:r>
              <a:rPr lang="it-IT"/>
              <a:t>ARCHITECTURE &amp; FEATURES</a:t>
            </a:r>
            <a:endParaRPr/>
          </a:p>
        </p:txBody>
      </p:sp>
      <p:sp>
        <p:nvSpPr>
          <p:cNvPr id="462849007" name="Text Placeholder 2"/>
          <p:cNvSpPr>
            <a:spLocks noGrp="1"/>
          </p:cNvSpPr>
          <p:nvPr>
            <p:ph type="subTitle" idx="1"/>
          </p:nvPr>
        </p:nvSpPr>
        <p:spPr bwMode="auto">
          <a:xfrm>
            <a:off x="4635662" y="5334201"/>
            <a:ext cx="7099137" cy="1057327"/>
          </a:xfrm>
        </p:spPr>
        <p:txBody>
          <a:bodyPr/>
          <a:lstStyle/>
          <a:p>
            <a:pPr>
              <a:defRPr/>
            </a:pPr>
            <a:r>
              <a:rPr lang="it-IT"/>
              <a:t>An overview into the structure of the tool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0141440" name="Title 1"/>
          <p:cNvSpPr>
            <a:spLocks noGrp="1"/>
          </p:cNvSpPr>
          <p:nvPr>
            <p:ph type="title"/>
          </p:nvPr>
        </p:nvSpPr>
        <p:spPr bwMode="auto">
          <a:xfrm>
            <a:off x="457200" y="457200"/>
            <a:ext cx="11277600" cy="1233486"/>
          </a:xfrm>
        </p:spPr>
        <p:txBody>
          <a:bodyPr/>
          <a:lstStyle/>
          <a:p>
            <a:pPr>
              <a:defRPr/>
            </a:pPr>
            <a:r>
              <a:rPr lang="it-IT" sz="40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DROIDGROUND</a:t>
            </a:r>
            <a:r>
              <a:rPr lang="en-US" sz="40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: </a:t>
            </a:r>
            <a:r>
              <a:rPr lang="it-IT" sz="40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OVERALL ARCHITECTURE</a:t>
            </a:r>
            <a:endParaRPr/>
          </a:p>
        </p:txBody>
      </p:sp>
      <p:pic>
        <p:nvPicPr>
          <p:cNvPr id="9221997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7099" y="1655151"/>
            <a:ext cx="8497800" cy="4775198"/>
          </a:xfrm>
          <a:prstGeom prst="rect">
            <a:avLst/>
          </a:prstGeom>
        </p:spPr>
      </p:pic>
      <p:pic>
        <p:nvPicPr>
          <p:cNvPr id="85320907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8465188" y="2823481"/>
            <a:ext cx="847566" cy="847566"/>
          </a:xfrm>
          <a:prstGeom prst="rect">
            <a:avLst/>
          </a:prstGeom>
        </p:spPr>
      </p:pic>
      <p:sp>
        <p:nvSpPr>
          <p:cNvPr id="149272720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8820936" y="2104526"/>
            <a:ext cx="1574304" cy="812504"/>
          </a:xfrm>
          <a:prstGeom prst="rect">
            <a:avLst/>
          </a:prstGeom>
          <a:ln w="12700">
            <a:miter lim="400000"/>
          </a:ln>
        </p:spPr>
        <p:txBody>
          <a:bodyPr lIns="30477" tIns="30477" rIns="30477" bIns="30477"/>
          <a:lstStyle>
            <a:lvl1pPr defTabSz="914400">
              <a:defRPr sz="2400" spc="-41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>
              <a:lnSpc>
                <a:spcPct val="114999"/>
              </a:lnSpc>
              <a:defRPr/>
            </a:pPr>
            <a:r>
              <a:rPr lang="it-IT" sz="1400" b="0">
                <a:solidFill>
                  <a:schemeClr val="tx2"/>
                </a:solidFill>
                <a:latin typeface="Arial"/>
              </a:rPr>
              <a:t>This can be a </a:t>
            </a:r>
            <a:r>
              <a:rPr lang="it-IT" sz="1400" b="1">
                <a:solidFill>
                  <a:schemeClr val="tx2"/>
                </a:solidFill>
                <a:latin typeface="Arial"/>
              </a:rPr>
              <a:t>real </a:t>
            </a:r>
            <a:r>
              <a:rPr lang="it-IT" sz="1400" b="1">
                <a:solidFill>
                  <a:schemeClr val="tx2"/>
                </a:solidFill>
                <a:latin typeface="Arial"/>
              </a:rPr>
              <a:t>device</a:t>
            </a:r>
            <a:r>
              <a:rPr lang="it-IT" sz="1400" b="0">
                <a:solidFill>
                  <a:schemeClr val="tx2"/>
                </a:solidFill>
                <a:latin typeface="Arial"/>
              </a:rPr>
              <a:t>, </a:t>
            </a:r>
            <a:r>
              <a:rPr lang="it-IT" sz="1400" b="0">
                <a:solidFill>
                  <a:schemeClr val="tx2"/>
                </a:solidFill>
                <a:latin typeface="Arial"/>
              </a:rPr>
              <a:t>an </a:t>
            </a:r>
            <a:r>
              <a:rPr lang="it-IT" sz="1400" b="1">
                <a:solidFill>
                  <a:schemeClr val="tx2"/>
                </a:solidFill>
                <a:latin typeface="Arial"/>
              </a:rPr>
              <a:t>AVD</a:t>
            </a:r>
            <a:r>
              <a:rPr lang="it-IT" sz="1400" b="0">
                <a:solidFill>
                  <a:schemeClr val="tx2"/>
                </a:solidFill>
                <a:latin typeface="Arial"/>
              </a:rPr>
              <a:t>, a </a:t>
            </a:r>
            <a:r>
              <a:rPr lang="it-IT" sz="1400" b="1">
                <a:solidFill>
                  <a:schemeClr val="tx2"/>
                </a:solidFill>
                <a:latin typeface="Arial"/>
              </a:rPr>
              <a:t>Docker </a:t>
            </a:r>
            <a:r>
              <a:rPr lang="it-IT" sz="1400" b="1">
                <a:solidFill>
                  <a:schemeClr val="tx2"/>
                </a:solidFill>
                <a:latin typeface="Arial"/>
              </a:rPr>
              <a:t>container </a:t>
            </a:r>
            <a:endParaRPr sz="1400" b="0">
              <a:solidFill>
                <a:schemeClr val="tx2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9468743" name="Title 1"/>
          <p:cNvSpPr>
            <a:spLocks noGrp="1"/>
          </p:cNvSpPr>
          <p:nvPr>
            <p:ph type="title"/>
          </p:nvPr>
        </p:nvSpPr>
        <p:spPr bwMode="auto">
          <a:xfrm>
            <a:off x="457200" y="457200"/>
            <a:ext cx="11277600" cy="1233486"/>
          </a:xfrm>
        </p:spPr>
        <p:txBody>
          <a:bodyPr/>
          <a:lstStyle/>
          <a:p>
            <a:pPr>
              <a:defRPr/>
            </a:pPr>
            <a:r>
              <a:rPr lang="it-IT" sz="40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DROIDGROUND</a:t>
            </a:r>
            <a:r>
              <a:rPr lang="en-US" sz="40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: </a:t>
            </a:r>
            <a:r>
              <a:rPr lang="it-IT" sz="40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FEATURES</a:t>
            </a:r>
            <a:endParaRPr/>
          </a:p>
        </p:txBody>
      </p:sp>
      <p:sp>
        <p:nvSpPr>
          <p:cNvPr id="1820819425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rot="0" flipH="0" flipV="0">
            <a:off x="413460" y="1970765"/>
            <a:ext cx="11408582" cy="2790348"/>
          </a:xfrm>
          <a:prstGeom prst="rect">
            <a:avLst/>
          </a:prstGeom>
          <a:ln w="12700">
            <a:miter lim="400000"/>
          </a:ln>
        </p:spPr>
        <p:txBody>
          <a:bodyPr vertOverflow="overflow" horzOverflow="overflow" vert="horz" wrap="square" lIns="30477" tIns="30477" rIns="30477" bIns="30477" numCol="2" spcCol="0" rtlCol="0" fromWordArt="0" anchor="t" anchorCtr="0" forceAA="0" upright="0" compatLnSpc="0"/>
          <a:lstStyle>
            <a:lvl1pPr defTabSz="914400">
              <a:defRPr sz="2400" spc="-41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marL="683928" lvl="1" indent="-283878">
              <a:lnSpc>
                <a:spcPct val="150000"/>
              </a:lnSpc>
              <a:buClrTx/>
              <a:buSzTx/>
              <a:buFont typeface="Wingdings"/>
              <a:buChar char="w"/>
              <a:defRPr/>
            </a:pPr>
            <a:r>
              <a:rPr lang="it-IT" sz="1600" b="0" i="0">
                <a:solidFill>
                  <a:schemeClr val="bg1"/>
                </a:solidFill>
                <a:latin typeface="Arial"/>
              </a:rPr>
              <a:t>Real-Time Device Screenshare (via </a:t>
            </a:r>
            <a:r>
              <a:rPr lang="it-IT" sz="1600" b="0" i="0">
                <a:solidFill>
                  <a:schemeClr val="bg1"/>
                </a:solidFill>
                <a:latin typeface="FreeMono"/>
                <a:ea typeface="FreeMono"/>
                <a:cs typeface="FreeMono"/>
              </a:rPr>
              <a:t>scrcpy</a:t>
            </a:r>
            <a:r>
              <a:rPr lang="it-IT" sz="1600" b="0" i="0">
                <a:solidFill>
                  <a:schemeClr val="bg1"/>
                </a:solidFill>
                <a:latin typeface="Arial"/>
              </a:rPr>
              <a:t>)</a:t>
            </a:r>
            <a:endParaRPr sz="1600" b="0" i="0">
              <a:solidFill>
                <a:schemeClr val="bg1"/>
              </a:solidFill>
              <a:latin typeface="Arial"/>
            </a:endParaRPr>
          </a:p>
          <a:p>
            <a:pPr marL="683928" lvl="1" indent="-283878">
              <a:lnSpc>
                <a:spcPct val="150000"/>
              </a:lnSpc>
              <a:buClrTx/>
              <a:buSzTx/>
              <a:buFont typeface="Wingdings"/>
              <a:buChar char="w"/>
              <a:defRPr/>
            </a:pPr>
            <a:r>
              <a:rPr lang="it-IT" sz="1600" b="0" i="0">
                <a:solidFill>
                  <a:schemeClr val="bg1"/>
                </a:solidFill>
                <a:latin typeface="Arial"/>
              </a:rPr>
              <a:t>Reset Challenge State</a:t>
            </a:r>
            <a:endParaRPr sz="1600" b="0" i="0">
              <a:solidFill>
                <a:schemeClr val="bg1"/>
              </a:solidFill>
              <a:latin typeface="Arial"/>
            </a:endParaRPr>
          </a:p>
          <a:p>
            <a:pPr marL="683928" lvl="1" indent="-283878">
              <a:lnSpc>
                <a:spcPct val="150000"/>
              </a:lnSpc>
              <a:buClrTx/>
              <a:buSzTx/>
              <a:buFont typeface="Wingdings"/>
              <a:buChar char="w"/>
              <a:defRPr/>
            </a:pPr>
            <a:r>
              <a:rPr lang="it-IT" sz="1600" b="0" i="0">
                <a:solidFill>
                  <a:schemeClr val="bg1"/>
                </a:solidFill>
                <a:latin typeface="Arial"/>
              </a:rPr>
              <a:t>Restart App</a:t>
            </a:r>
            <a:endParaRPr sz="1600" b="0" i="0">
              <a:solidFill>
                <a:schemeClr val="bg1"/>
              </a:solidFill>
              <a:latin typeface="Arial"/>
            </a:endParaRPr>
          </a:p>
          <a:p>
            <a:pPr marL="683928" lvl="1" indent="-283878">
              <a:lnSpc>
                <a:spcPct val="150000"/>
              </a:lnSpc>
              <a:buClrTx/>
              <a:buSzTx/>
              <a:buFont typeface="Wingdings"/>
              <a:buChar char="w"/>
              <a:defRPr/>
            </a:pPr>
            <a:r>
              <a:rPr lang="it-IT" sz="1600" b="0" i="0">
                <a:solidFill>
                  <a:schemeClr val="bg1"/>
                </a:solidFill>
                <a:latin typeface="Arial"/>
              </a:rPr>
              <a:t>Start Activity</a:t>
            </a:r>
            <a:endParaRPr sz="1600" b="0" i="0">
              <a:solidFill>
                <a:schemeClr val="bg1"/>
              </a:solidFill>
              <a:latin typeface="Arial"/>
            </a:endParaRPr>
          </a:p>
          <a:p>
            <a:pPr marL="683928" lvl="1" indent="-283878">
              <a:lnSpc>
                <a:spcPct val="150000"/>
              </a:lnSpc>
              <a:buClrTx/>
              <a:buSzTx/>
              <a:buFont typeface="Wingdings"/>
              <a:buChar char="w"/>
              <a:defRPr/>
            </a:pPr>
            <a:r>
              <a:rPr lang="it-IT" sz="1600" b="0" i="0">
                <a:solidFill>
                  <a:schemeClr val="bg1"/>
                </a:solidFill>
                <a:latin typeface="Arial"/>
              </a:rPr>
              <a:t>Start Service</a:t>
            </a:r>
            <a:endParaRPr sz="1600" b="0" i="0">
              <a:solidFill>
                <a:schemeClr val="bg1"/>
              </a:solidFill>
              <a:latin typeface="Arial"/>
            </a:endParaRPr>
          </a:p>
          <a:p>
            <a:pPr marL="683928" lvl="1" indent="-283878">
              <a:lnSpc>
                <a:spcPct val="150000"/>
              </a:lnSpc>
              <a:buClrTx/>
              <a:buSzTx/>
              <a:buFont typeface="Wingdings"/>
              <a:buChar char="w"/>
              <a:defRPr/>
            </a:pPr>
            <a:r>
              <a:rPr lang="it-IT" sz="1600" b="0" i="0">
                <a:solidFill>
                  <a:schemeClr val="bg1"/>
                </a:solidFill>
                <a:latin typeface="Arial"/>
              </a:rPr>
              <a:t>Send Broadcast Intent</a:t>
            </a:r>
            <a:endParaRPr sz="1600" b="0" i="0">
              <a:solidFill>
                <a:schemeClr val="bg1"/>
              </a:solidFill>
              <a:latin typeface="Arial"/>
            </a:endParaRPr>
          </a:p>
          <a:p>
            <a:pPr marL="683928" lvl="1" indent="-283878">
              <a:lnSpc>
                <a:spcPct val="150000"/>
              </a:lnSpc>
              <a:buClrTx/>
              <a:buSzTx/>
              <a:buFont typeface="Wingdings"/>
              <a:buChar char="w"/>
              <a:defRPr/>
            </a:pPr>
            <a:r>
              <a:rPr lang="it-IT" sz="1600" b="0" i="0">
                <a:solidFill>
                  <a:schemeClr val="bg1"/>
                </a:solidFill>
                <a:latin typeface="Arial"/>
              </a:rPr>
              <a:t>Shutdown Device</a:t>
            </a:r>
            <a:endParaRPr sz="1600" b="0" i="0">
              <a:solidFill>
                <a:schemeClr val="bg1"/>
              </a:solidFill>
              <a:latin typeface="Arial"/>
            </a:endParaRPr>
          </a:p>
          <a:p>
            <a:pPr marL="683928" lvl="1" indent="-283878">
              <a:lnSpc>
                <a:spcPct val="150000"/>
              </a:lnSpc>
              <a:buClrTx/>
              <a:buSzTx/>
              <a:buFont typeface="Wingdings"/>
              <a:buChar char="w"/>
              <a:defRPr/>
            </a:pPr>
            <a:r>
              <a:rPr lang="it-IT" sz="1600" b="0" i="0">
                <a:solidFill>
                  <a:schemeClr val="bg1"/>
                </a:solidFill>
                <a:latin typeface="Arial"/>
              </a:rPr>
              <a:t>Reboot Device</a:t>
            </a:r>
            <a:endParaRPr sz="1600" b="0" i="0">
              <a:solidFill>
                <a:schemeClr val="bg1"/>
              </a:solidFill>
              <a:latin typeface="Arial"/>
            </a:endParaRPr>
          </a:p>
          <a:p>
            <a:pPr marL="683928" lvl="1" indent="-283878">
              <a:lnSpc>
                <a:spcPct val="150000"/>
              </a:lnSpc>
              <a:buClrTx/>
              <a:buSzTx/>
              <a:buFont typeface="Wingdings"/>
              <a:buChar char="w"/>
              <a:defRPr/>
            </a:pPr>
            <a:r>
              <a:rPr lang="it-IT" sz="1600" b="0" i="0">
                <a:solidFill>
                  <a:schemeClr val="bg1"/>
                </a:solidFill>
                <a:latin typeface="Arial"/>
              </a:rPr>
              <a:t>Download Bugreport (via </a:t>
            </a:r>
            <a:r>
              <a:rPr lang="it-IT" sz="1600" b="0" i="0">
                <a:solidFill>
                  <a:schemeClr val="bg1"/>
                </a:solidFill>
                <a:latin typeface="FreeMono"/>
                <a:ea typeface="FreeMono"/>
                <a:cs typeface="FreeMono"/>
              </a:rPr>
              <a:t>bugreportz</a:t>
            </a:r>
            <a:r>
              <a:rPr lang="it-IT" sz="1600" b="0" i="0">
                <a:solidFill>
                  <a:schemeClr val="bg1"/>
                </a:solidFill>
                <a:latin typeface="Arial"/>
              </a:rPr>
              <a:t>)</a:t>
            </a:r>
            <a:endParaRPr sz="1600" b="0" i="0">
              <a:solidFill>
                <a:schemeClr val="bg1"/>
              </a:solidFill>
              <a:latin typeface="Arial"/>
            </a:endParaRPr>
          </a:p>
          <a:p>
            <a:pPr marL="683928" lvl="1" indent="-283878">
              <a:lnSpc>
                <a:spcPct val="150000"/>
              </a:lnSpc>
              <a:buClrTx/>
              <a:buSzTx/>
              <a:buFont typeface="Wingdings"/>
              <a:buChar char="w"/>
              <a:defRPr/>
            </a:pPr>
            <a:r>
              <a:rPr lang="it-IT" sz="1600" b="0" i="0">
                <a:solidFill>
                  <a:schemeClr val="bg1"/>
                </a:solidFill>
                <a:latin typeface="Arial"/>
              </a:rPr>
              <a:t>Frida Scripting (either “</a:t>
            </a:r>
            <a:r>
              <a:rPr lang="it-IT" sz="1600" b="0" i="1">
                <a:solidFill>
                  <a:schemeClr val="bg1"/>
                </a:solidFill>
                <a:latin typeface="Arial"/>
              </a:rPr>
              <a:t>jailed</a:t>
            </a:r>
            <a:r>
              <a:rPr lang="it-IT" sz="1600" b="0" i="0">
                <a:solidFill>
                  <a:schemeClr val="bg1"/>
                </a:solidFill>
                <a:latin typeface="Arial"/>
              </a:rPr>
              <a:t>” or “</a:t>
            </a:r>
            <a:r>
              <a:rPr lang="it-IT" sz="1600" b="0" i="1">
                <a:solidFill>
                  <a:schemeClr val="bg1"/>
                </a:solidFill>
                <a:latin typeface="Arial"/>
              </a:rPr>
              <a:t>full</a:t>
            </a:r>
            <a:r>
              <a:rPr lang="it-IT" sz="1600" b="0" i="0">
                <a:solidFill>
                  <a:schemeClr val="bg1"/>
                </a:solidFill>
                <a:latin typeface="Arial"/>
              </a:rPr>
              <a:t>” mode)</a:t>
            </a:r>
            <a:endParaRPr sz="1600" b="0" i="0">
              <a:solidFill>
                <a:schemeClr val="bg1"/>
              </a:solidFill>
              <a:latin typeface="Arial"/>
            </a:endParaRPr>
          </a:p>
          <a:p>
            <a:pPr marL="683928" lvl="1" indent="-283878">
              <a:lnSpc>
                <a:spcPct val="150000"/>
              </a:lnSpc>
              <a:buClrTx/>
              <a:buSzTx/>
              <a:buFont typeface="Wingdings"/>
              <a:buChar char="w"/>
              <a:defRPr/>
            </a:pPr>
            <a:r>
              <a:rPr lang="it-IT" sz="1600" b="0" i="0">
                <a:solidFill>
                  <a:schemeClr val="bg1"/>
                </a:solidFill>
                <a:latin typeface="Arial"/>
              </a:rPr>
              <a:t>File Browser</a:t>
            </a:r>
            <a:endParaRPr sz="1600" b="0" i="0">
              <a:solidFill>
                <a:schemeClr val="bg1"/>
              </a:solidFill>
              <a:latin typeface="Arial"/>
            </a:endParaRPr>
          </a:p>
          <a:p>
            <a:pPr marL="683928" lvl="1" indent="-283878">
              <a:lnSpc>
                <a:spcPct val="150000"/>
              </a:lnSpc>
              <a:buClrTx/>
              <a:buSzTx/>
              <a:buFont typeface="Wingdings"/>
              <a:buChar char="w"/>
              <a:defRPr/>
            </a:pPr>
            <a:r>
              <a:rPr lang="it-IT" sz="1600" b="0" i="0">
                <a:solidFill>
                  <a:schemeClr val="bg1"/>
                </a:solidFill>
                <a:latin typeface="Arial"/>
              </a:rPr>
              <a:t>Terminal Access</a:t>
            </a:r>
            <a:endParaRPr sz="1600" b="0" i="0">
              <a:solidFill>
                <a:schemeClr val="bg1"/>
              </a:solidFill>
              <a:latin typeface="Arial"/>
            </a:endParaRPr>
          </a:p>
          <a:p>
            <a:pPr marL="683928" lvl="1" indent="-283878">
              <a:lnSpc>
                <a:spcPct val="150000"/>
              </a:lnSpc>
              <a:buClrTx/>
              <a:buSzTx/>
              <a:buFont typeface="Wingdings"/>
              <a:buChar char="w"/>
              <a:defRPr/>
            </a:pPr>
            <a:r>
              <a:rPr lang="it-IT" sz="1600" b="0" i="0">
                <a:solidFill>
                  <a:schemeClr val="bg1"/>
                </a:solidFill>
                <a:latin typeface="Arial"/>
              </a:rPr>
              <a:t>Application Management (install and run exploit app)</a:t>
            </a:r>
            <a:endParaRPr sz="1600" b="0" i="0">
              <a:solidFill>
                <a:schemeClr val="bg1"/>
              </a:solidFill>
              <a:latin typeface="Arial"/>
            </a:endParaRPr>
          </a:p>
          <a:p>
            <a:pPr marL="683928" lvl="1" indent="-283878">
              <a:lnSpc>
                <a:spcPct val="150000"/>
              </a:lnSpc>
              <a:buClrTx/>
              <a:buSzTx/>
              <a:buFont typeface="Wingdings"/>
              <a:buChar char="w"/>
              <a:defRPr/>
            </a:pPr>
            <a:r>
              <a:rPr lang="it-IT" sz="1600" b="0" i="0">
                <a:solidFill>
                  <a:schemeClr val="bg1"/>
                </a:solidFill>
                <a:latin typeface="Arial"/>
              </a:rPr>
              <a:t>Logcat Viewer</a:t>
            </a:r>
            <a:endParaRPr sz="1600" b="0" i="0">
              <a:solidFill>
                <a:schemeClr val="bg1"/>
              </a:solidFill>
              <a:latin typeface="Arial"/>
            </a:endParaRPr>
          </a:p>
        </p:txBody>
      </p:sp>
      <p:pic>
        <p:nvPicPr>
          <p:cNvPr id="21063138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067841" y="2014408"/>
            <a:ext cx="268155" cy="268155"/>
          </a:xfrm>
          <a:prstGeom prst="rect">
            <a:avLst/>
          </a:prstGeom>
        </p:spPr>
      </p:pic>
      <p:pic>
        <p:nvPicPr>
          <p:cNvPr id="14815608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3460" y="5386936"/>
            <a:ext cx="1038249" cy="1038249"/>
          </a:xfrm>
          <a:prstGeom prst="rect">
            <a:avLst/>
          </a:prstGeom>
        </p:spPr>
      </p:pic>
      <p:sp>
        <p:nvSpPr>
          <p:cNvPr id="1914482654" name=""/>
          <p:cNvSpPr txBox="1"/>
          <p:nvPr/>
        </p:nvSpPr>
        <p:spPr bwMode="auto">
          <a:xfrm flipH="0" flipV="0">
            <a:off x="1324711" y="5654420"/>
            <a:ext cx="2368163" cy="503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r>
              <a:rPr lang="it-IT" b="1" i="0">
                <a:solidFill>
                  <a:schemeClr val="bg1"/>
                </a:solidFill>
                <a:latin typeface="Arial"/>
              </a:rPr>
              <a:t>Toggable</a:t>
            </a:r>
            <a:endParaRPr sz="1800" b="0" i="0">
              <a:solidFill>
                <a:schemeClr val="bg1"/>
              </a:solidFill>
              <a:latin typeface="Arial"/>
            </a:endParaRPr>
          </a:p>
        </p:txBody>
      </p:sp>
      <p:pic>
        <p:nvPicPr>
          <p:cNvPr id="6318017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067841" y="2383284"/>
            <a:ext cx="268155" cy="268155"/>
          </a:xfrm>
          <a:prstGeom prst="rect">
            <a:avLst/>
          </a:prstGeom>
        </p:spPr>
      </p:pic>
      <p:pic>
        <p:nvPicPr>
          <p:cNvPr id="5270274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067841" y="2720989"/>
            <a:ext cx="268155" cy="268155"/>
          </a:xfrm>
          <a:prstGeom prst="rect">
            <a:avLst/>
          </a:prstGeom>
        </p:spPr>
      </p:pic>
      <p:pic>
        <p:nvPicPr>
          <p:cNvPr id="11457427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067841" y="3097784"/>
            <a:ext cx="268155" cy="268155"/>
          </a:xfrm>
          <a:prstGeom prst="rect">
            <a:avLst/>
          </a:prstGeom>
        </p:spPr>
      </p:pic>
      <p:pic>
        <p:nvPicPr>
          <p:cNvPr id="1595941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067841" y="3478660"/>
            <a:ext cx="268155" cy="268155"/>
          </a:xfrm>
          <a:prstGeom prst="rect">
            <a:avLst/>
          </a:prstGeom>
        </p:spPr>
      </p:pic>
      <p:pic>
        <p:nvPicPr>
          <p:cNvPr id="2161274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067841" y="3833682"/>
            <a:ext cx="268155" cy="268155"/>
          </a:xfrm>
          <a:prstGeom prst="rect">
            <a:avLst/>
          </a:prstGeom>
        </p:spPr>
      </p:pic>
      <p:pic>
        <p:nvPicPr>
          <p:cNvPr id="1410675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067841" y="4188705"/>
            <a:ext cx="268155" cy="268155"/>
          </a:xfrm>
          <a:prstGeom prst="rect">
            <a:avLst/>
          </a:prstGeom>
        </p:spPr>
      </p:pic>
      <p:pic>
        <p:nvPicPr>
          <p:cNvPr id="20864067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7200" y="2383285"/>
            <a:ext cx="268155" cy="268155"/>
          </a:xfrm>
          <a:prstGeom prst="rect">
            <a:avLst/>
          </a:prstGeom>
        </p:spPr>
      </p:pic>
      <p:pic>
        <p:nvPicPr>
          <p:cNvPr id="16643580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7200" y="2720989"/>
            <a:ext cx="268155" cy="268155"/>
          </a:xfrm>
          <a:prstGeom prst="rect">
            <a:avLst/>
          </a:prstGeom>
        </p:spPr>
      </p:pic>
      <p:pic>
        <p:nvPicPr>
          <p:cNvPr id="8505805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7200" y="3097785"/>
            <a:ext cx="268155" cy="268155"/>
          </a:xfrm>
          <a:prstGeom prst="rect">
            <a:avLst/>
          </a:prstGeom>
        </p:spPr>
      </p:pic>
      <p:pic>
        <p:nvPicPr>
          <p:cNvPr id="2987392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7200" y="3478660"/>
            <a:ext cx="268155" cy="268155"/>
          </a:xfrm>
          <a:prstGeom prst="rect">
            <a:avLst/>
          </a:prstGeom>
        </p:spPr>
      </p:pic>
      <p:pic>
        <p:nvPicPr>
          <p:cNvPr id="18895132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7200" y="3833682"/>
            <a:ext cx="268155" cy="268155"/>
          </a:xfrm>
          <a:prstGeom prst="rect">
            <a:avLst/>
          </a:prstGeom>
        </p:spPr>
      </p:pic>
      <p:pic>
        <p:nvPicPr>
          <p:cNvPr id="19313819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7200" y="4188705"/>
            <a:ext cx="268155" cy="268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6406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358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58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73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513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138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67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94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74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027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0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6313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482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56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281293" name="Title 1"/>
          <p:cNvSpPr>
            <a:spLocks noGrp="1"/>
          </p:cNvSpPr>
          <p:nvPr>
            <p:ph type="title"/>
          </p:nvPr>
        </p:nvSpPr>
        <p:spPr bwMode="auto">
          <a:xfrm>
            <a:off x="457200" y="457200"/>
            <a:ext cx="11277600" cy="1233486"/>
          </a:xfrm>
        </p:spPr>
        <p:txBody>
          <a:bodyPr/>
          <a:lstStyle/>
          <a:p>
            <a:pPr>
              <a:defRPr/>
            </a:pPr>
            <a:r>
              <a:rPr lang="it-IT"/>
              <a:t>GUARDRAILS</a:t>
            </a:r>
            <a:endParaRPr/>
          </a:p>
        </p:txBody>
      </p:sp>
      <p:sp>
        <p:nvSpPr>
          <p:cNvPr id="108825164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57200" y="1534583"/>
            <a:ext cx="11277599" cy="4688416"/>
          </a:xfrm>
        </p:spPr>
        <p:txBody>
          <a:bodyPr>
            <a:noAutofit/>
          </a:bodyPr>
          <a:lstStyle/>
          <a:p>
            <a:pPr marL="0" indent="0">
              <a:buClr>
                <a:srgbClr val="D81EBF"/>
              </a:buClr>
              <a:buFont typeface="Arial"/>
              <a:buNone/>
              <a:defRPr/>
            </a:pPr>
            <a:r>
              <a:rPr lang="it-IT" sz="2800" b="1">
                <a:solidFill>
                  <a:srgbClr val="4B7CAA"/>
                </a:solidFill>
              </a:rPr>
              <a:t>Provided by Android itself</a:t>
            </a:r>
            <a:endParaRPr sz="2800"/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Apps 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override</a:t>
            </a:r>
            <a:endParaRPr lang="en-US" sz="2800" b="0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>
              <a:buClr>
                <a:srgbClr val="D81EBF"/>
              </a:buClr>
              <a:buFont typeface="Arial"/>
              <a:buNone/>
              <a:defRPr/>
            </a:pPr>
            <a:r>
              <a:rPr lang="it-IT" sz="2800" b="1" i="0" u="none" strike="noStrike" cap="none" spc="0">
                <a:solidFill>
                  <a:srgbClr val="4B7CAA"/>
                </a:solidFill>
                <a:latin typeface="+mn-lt"/>
                <a:ea typeface="+mn-ea"/>
                <a:cs typeface="+mn-cs"/>
              </a:rPr>
              <a:t>Provided by DroidGround</a:t>
            </a:r>
            <a:endParaRPr lang="it-IT" sz="28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Apps override</a:t>
            </a:r>
            <a:endParaRPr sz="2400" b="0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Apps override</a:t>
            </a:r>
            <a:endParaRPr sz="2400" b="0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Apps override</a:t>
            </a:r>
            <a:endParaRPr sz="2800" b="0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>
              <a:buClr>
                <a:srgbClr val="D81EBF"/>
              </a:buClr>
              <a:buFont typeface="Arial"/>
              <a:buNone/>
              <a:defRPr/>
            </a:pPr>
            <a:r>
              <a:rPr lang="it-IT" sz="2800" b="1" i="0" u="none" strike="noStrike" cap="none" spc="0">
                <a:solidFill>
                  <a:srgbClr val="4B7CAA"/>
                </a:solidFill>
                <a:latin typeface="Arial"/>
                <a:ea typeface="Arial"/>
                <a:cs typeface="Arial"/>
              </a:rPr>
              <a:t>Provided </a:t>
            </a:r>
            <a:r>
              <a:rPr lang="it-IT" sz="2800" b="1" i="0" u="none" strike="noStrike" cap="none" spc="0">
                <a:solidFill>
                  <a:srgbClr val="4B7CAA"/>
                </a:solidFill>
                <a:latin typeface="Arial"/>
                <a:ea typeface="Arial"/>
                <a:cs typeface="Arial"/>
              </a:rPr>
              <a:t>during deploy (by you)</a:t>
            </a:r>
            <a:endParaRPr sz="2800" b="1" i="0" u="none" strike="noStrike" cap="none" spc="0">
              <a:solidFill>
                <a:srgbClr val="4B7CAA"/>
              </a:solidFill>
              <a:latin typeface="Times New Roman"/>
              <a:cs typeface="Times New Roman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Apps override</a:t>
            </a:r>
            <a:endParaRPr sz="2800" b="0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28541040" name="Picture Placeholder 24" descr="A person holding a computer&#10;&#10;AI-generated content may be incorrect."/>
          <p:cNvPicPr>
            <a:picLocks noChangeAspect="1" noGrp="1"/>
          </p:cNvPicPr>
          <p:nvPr>
            <p:ph type="pic" sz="quarter" idx="11"/>
          </p:nvPr>
        </p:nvPicPr>
        <p:blipFill>
          <a:blip r:embed="rId3"/>
          <a:srcRect l="0" t="23743" r="0" b="22335"/>
          <a:stretch/>
        </p:blipFill>
        <p:spPr bwMode="auto">
          <a:xfrm>
            <a:off x="457200" y="1825624"/>
            <a:ext cx="11277600" cy="4054012"/>
          </a:xfrm>
        </p:spPr>
      </p:pic>
      <p:sp>
        <p:nvSpPr>
          <p:cNvPr id="1015741468" name="Title 2"/>
          <p:cNvSpPr>
            <a:spLocks noGrp="1"/>
          </p:cNvSpPr>
          <p:nvPr>
            <p:ph type="title"/>
          </p:nvPr>
        </p:nvSpPr>
        <p:spPr bwMode="auto">
          <a:xfrm>
            <a:off x="457200" y="457200"/>
            <a:ext cx="11277600" cy="1233486"/>
          </a:xfrm>
        </p:spPr>
        <p:txBody>
          <a:bodyPr/>
          <a:lstStyle/>
          <a:p>
            <a:pPr algn="ctr">
              <a:defRPr/>
            </a:pPr>
            <a:r>
              <a:rPr lang="en-US" sz="40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⭐ </a:t>
            </a:r>
            <a:r>
              <a:rPr lang="it-IT" sz="40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DEMO TIME</a:t>
            </a:r>
            <a:r>
              <a:rPr lang="en-US" sz="40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⭐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00054" name="Title 1"/>
          <p:cNvSpPr>
            <a:spLocks noGrp="1"/>
          </p:cNvSpPr>
          <p:nvPr>
            <p:ph type="ctrTitle"/>
          </p:nvPr>
        </p:nvSpPr>
        <p:spPr bwMode="auto">
          <a:xfrm>
            <a:off x="4635662" y="2717050"/>
            <a:ext cx="7099137" cy="2387599"/>
          </a:xfrm>
        </p:spPr>
        <p:txBody>
          <a:bodyPr/>
          <a:lstStyle/>
          <a:p>
            <a:pPr>
              <a:defRPr/>
            </a:pPr>
            <a:r>
              <a:rPr lang="it-IT"/>
              <a:t>TECHNICAL </a:t>
            </a:r>
            <a:br>
              <a:rPr lang="it-IT"/>
            </a:br>
            <a:r>
              <a:rPr lang="it-IT"/>
              <a:t>DEEP-DIVE</a:t>
            </a:r>
            <a:endParaRPr/>
          </a:p>
        </p:txBody>
      </p:sp>
      <p:sp>
        <p:nvSpPr>
          <p:cNvPr id="1292272044" name="Text Placeholder 2"/>
          <p:cNvSpPr>
            <a:spLocks noGrp="1"/>
          </p:cNvSpPr>
          <p:nvPr>
            <p:ph type="subTitle" idx="1"/>
          </p:nvPr>
        </p:nvSpPr>
        <p:spPr bwMode="auto">
          <a:xfrm>
            <a:off x="4635662" y="5334201"/>
            <a:ext cx="7099137" cy="1057327"/>
          </a:xfrm>
        </p:spPr>
        <p:txBody>
          <a:bodyPr/>
          <a:lstStyle/>
          <a:p>
            <a:pPr>
              <a:defRPr/>
            </a:pPr>
            <a:r>
              <a:rPr lang="it-IT"/>
              <a:t>Details about the Companion app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81596" name="Title 1"/>
          <p:cNvSpPr>
            <a:spLocks noGrp="1"/>
          </p:cNvSpPr>
          <p:nvPr>
            <p:ph type="title"/>
          </p:nvPr>
        </p:nvSpPr>
        <p:spPr bwMode="auto">
          <a:xfrm>
            <a:off x="457200" y="457200"/>
            <a:ext cx="11277600" cy="1233486"/>
          </a:xfrm>
        </p:spPr>
        <p:txBody>
          <a:bodyPr/>
          <a:lstStyle/>
          <a:p>
            <a:pPr>
              <a:defRPr/>
            </a:pPr>
            <a:r>
              <a:rPr lang="it-IT" sz="40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TECHNICAL DEEP-DIVE: THE </a:t>
            </a:r>
            <a:br>
              <a:rPr lang="it-IT" sz="40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</a:br>
            <a:r>
              <a:rPr lang="it-IT" sz="40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COMPANION APP</a:t>
            </a:r>
            <a:endParaRPr/>
          </a:p>
        </p:txBody>
      </p:sp>
      <p:sp>
        <p:nvSpPr>
          <p:cNvPr id="25854067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57200" y="1936749"/>
            <a:ext cx="11277600" cy="4286248"/>
          </a:xfrm>
        </p:spPr>
        <p:txBody>
          <a:bodyPr>
            <a:noAutofit/>
          </a:bodyPr>
          <a:lstStyle/>
          <a:p>
            <a:pPr marL="284161" lvl="1" indent="0" algn="ctr">
              <a:buClr>
                <a:srgbClr val="D81EBF"/>
              </a:buClr>
              <a:buFont typeface="Inter"/>
              <a:buNone/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The App Manager feature leverages a custom-made Companion App:</a:t>
            </a:r>
            <a:endParaRPr lang="en-US" sz="2400" b="0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88818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55761" y="2813432"/>
            <a:ext cx="10480476" cy="3092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1328216" name="Title 1"/>
          <p:cNvSpPr>
            <a:spLocks noGrp="1"/>
          </p:cNvSpPr>
          <p:nvPr>
            <p:ph type="title"/>
          </p:nvPr>
        </p:nvSpPr>
        <p:spPr bwMode="auto">
          <a:xfrm>
            <a:off x="457200" y="457200"/>
            <a:ext cx="11277600" cy="1233486"/>
          </a:xfrm>
        </p:spPr>
        <p:txBody>
          <a:bodyPr vertOverflow="overflow" horzOverflow="overflow" vert="horz" wrap="square" lIns="0" tIns="45720" rIns="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it-IT" sz="40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TECHNICAL DEEP-DIVE: THE </a:t>
            </a:r>
            <a:br>
              <a:rPr lang="it-IT" sz="40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</a:br>
            <a:r>
              <a:rPr lang="it-IT" sz="40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COMPANION APP</a:t>
            </a:r>
            <a:endParaRPr sz="4000"/>
          </a:p>
        </p:txBody>
      </p:sp>
      <p:sp>
        <p:nvSpPr>
          <p:cNvPr id="823313146" name="Content Placeholder 2"/>
          <p:cNvSpPr>
            <a:spLocks noGrp="1"/>
          </p:cNvSpPr>
          <p:nvPr>
            <p:ph idx="1"/>
          </p:nvPr>
        </p:nvSpPr>
        <p:spPr bwMode="auto">
          <a:xfrm>
            <a:off x="457200" y="1825625"/>
            <a:ext cx="11277600" cy="4037238"/>
          </a:xfrm>
        </p:spPr>
        <p:txBody>
          <a:bodyPr>
            <a:noAutofit/>
          </a:bodyPr>
          <a:lstStyle/>
          <a:p>
            <a:pPr marL="0" indent="0">
              <a:buClr>
                <a:srgbClr val="D81EBF"/>
              </a:buClr>
              <a:buFont typeface="Arial"/>
              <a:buNone/>
              <a:defRPr/>
            </a:pPr>
            <a:r>
              <a:rPr lang="en-US" sz="1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The Companion App:</a:t>
            </a:r>
            <a:endParaRPr sz="2600"/>
          </a:p>
          <a:p>
            <a:pPr marL="0" indent="0">
              <a:buClr>
                <a:srgbClr val="D81EBF"/>
              </a:buClr>
              <a:buFont typeface="Arial"/>
              <a:buNone/>
              <a:defRPr/>
            </a:pPr>
            <a:endParaRPr lang="en-US" sz="18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Is a dexed Java binary that runs outside the standard app sandbox via Android’s </a:t>
            </a:r>
            <a:r>
              <a:rPr lang="en-US" sz="1800" b="0" i="0" u="none" strike="noStrike" cap="none" spc="0">
                <a:solidFill>
                  <a:schemeClr val="bg1"/>
                </a:solidFill>
                <a:latin typeface="FreeMono"/>
                <a:ea typeface="FreeMono"/>
                <a:cs typeface="FreeMono"/>
              </a:rPr>
              <a:t>app_process</a:t>
            </a:r>
            <a:r>
              <a:rPr lang="en-US" sz="1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(similar to scrcpy)</a:t>
            </a:r>
            <a:endParaRPr lang="en-US" sz="18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Leverages the </a:t>
            </a:r>
            <a:r>
              <a:rPr lang="en-US" sz="1800" b="0" i="0" u="none" strike="noStrike" cap="none" spc="0">
                <a:solidFill>
                  <a:schemeClr val="bg1"/>
                </a:solidFill>
                <a:latin typeface="FreeMono"/>
                <a:ea typeface="FreeMono"/>
                <a:cs typeface="FreeMono"/>
              </a:rPr>
              <a:t>localabstract:droidground</a:t>
            </a:r>
            <a:r>
              <a:rPr lang="en-US" sz="1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UNIX socket</a:t>
            </a:r>
            <a:endParaRPr lang="en-US" sz="18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Communicates with the server via protobuf</a:t>
            </a:r>
            <a:endParaRPr lang="en-US" sz="18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Provides the following features:</a:t>
            </a:r>
            <a:endParaRPr lang="en-US" sz="18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1800" b="0" i="0" u="none" strike="noStrike" cap="none" spc="0">
                <a:solidFill>
                  <a:schemeClr val="bg1"/>
                </a:solidFill>
                <a:latin typeface="FreeMono"/>
                <a:ea typeface="FreeMono"/>
                <a:cs typeface="FreeMono"/>
              </a:rPr>
              <a:t>getVersion</a:t>
            </a:r>
            <a:r>
              <a:rPr lang="en-US" sz="1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: returns the current version of the installed apps</a:t>
            </a:r>
            <a:endParaRPr lang="en-US" sz="22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1800" b="0" i="0" u="none" strike="noStrike" cap="none" spc="0">
                <a:solidFill>
                  <a:schemeClr val="bg1"/>
                </a:solidFill>
                <a:latin typeface="FreeMono"/>
                <a:ea typeface="FreeMono"/>
                <a:cs typeface="FreeMono"/>
              </a:rPr>
              <a:t>getPackageInfos</a:t>
            </a:r>
            <a:r>
              <a:rPr lang="en-US" sz="1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: returns some metadata about the apps (e.g. the name and the icon)</a:t>
            </a:r>
            <a:endParaRPr lang="en-US" sz="22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1800" b="0" i="0" u="none" strike="noStrike" cap="none" spc="0">
                <a:solidFill>
                  <a:schemeClr val="bg1"/>
                </a:solidFill>
                <a:latin typeface="FreeMono"/>
                <a:ea typeface="FreeMono"/>
                <a:cs typeface="FreeMono"/>
              </a:rPr>
              <a:t>getAttackSurface</a:t>
            </a:r>
            <a:r>
              <a:rPr lang="en-US" sz="1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: returns the exported components for each app</a:t>
            </a:r>
            <a:endParaRPr sz="18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989893" name="Title 1"/>
          <p:cNvSpPr>
            <a:spLocks noGrp="1"/>
          </p:cNvSpPr>
          <p:nvPr>
            <p:ph type="title"/>
          </p:nvPr>
        </p:nvSpPr>
        <p:spPr bwMode="auto">
          <a:xfrm>
            <a:off x="457200" y="457200"/>
            <a:ext cx="11277600" cy="1233486"/>
          </a:xfrm>
        </p:spPr>
        <p:txBody>
          <a:bodyPr vertOverflow="overflow" horzOverflow="overflow" vert="horz" wrap="square" lIns="0" tIns="45720" rIns="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it-IT" sz="40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LET’S TALK ABOUT THE ELEPHANT </a:t>
            </a:r>
            <a:br>
              <a:rPr lang="it-IT" sz="40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</a:br>
            <a:r>
              <a:rPr lang="it-IT" sz="40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IN THE ROOM</a:t>
            </a:r>
            <a:endParaRPr sz="4000"/>
          </a:p>
        </p:txBody>
      </p:sp>
      <p:sp>
        <p:nvSpPr>
          <p:cNvPr id="1852466661" name="Content Placeholder 2"/>
          <p:cNvSpPr>
            <a:spLocks noGrp="1"/>
          </p:cNvSpPr>
          <p:nvPr>
            <p:ph idx="1"/>
          </p:nvPr>
        </p:nvSpPr>
        <p:spPr bwMode="auto">
          <a:xfrm>
            <a:off x="457200" y="1825625"/>
            <a:ext cx="11277600" cy="4037238"/>
          </a:xfrm>
        </p:spPr>
        <p:txBody>
          <a:bodyPr>
            <a:noAutofit/>
          </a:bodyPr>
          <a:lstStyle/>
          <a:p>
            <a:pPr marL="0" indent="0">
              <a:lnSpc>
                <a:spcPct val="114999"/>
              </a:lnSpc>
              <a:buClr>
                <a:srgbClr val="D81EBF"/>
              </a:buClr>
              <a:buFont typeface="Arial"/>
              <a:buNone/>
              <a:defRPr/>
            </a:pPr>
            <a:r>
              <a:rPr lang="it-IT" sz="1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Scaling it for real-world, multi-player CTF environments is not trivial:</a:t>
            </a:r>
            <a:endParaRPr lang="it-IT" sz="18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defRPr/>
            </a:pPr>
            <a:r>
              <a:rPr lang="it-IT" sz="18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Use separate instances for each team/</a:t>
            </a:r>
            <a:r>
              <a:rPr lang="it-IT" sz="1800" b="1" i="0" u="none" strike="noStrike" cap="none" spc="-42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player</a:t>
            </a:r>
            <a:r>
              <a:rPr lang="it-IT" sz="1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: </a:t>
            </a:r>
            <a:r>
              <a:rPr lang="it-IT" sz="1800" b="0" i="0" u="none" strike="noStrike" cap="none" spc="-42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provision costs are higher if compared with webapps. Even when using containers, disk and RAM requirements are slightly higher. </a:t>
            </a:r>
            <a:r>
              <a:rPr lang="it-IT" sz="1800" b="1" i="0" u="sng" strike="noStrike" cap="none" spc="-42">
                <a:ln>
                  <a:noFill/>
                </a:ln>
                <a:solidFill>
                  <a:srgbClr val="D81EBF"/>
                </a:solidFill>
                <a:latin typeface="Arial"/>
                <a:ea typeface="Arial"/>
                <a:cs typeface="Arial"/>
              </a:rPr>
              <a:t>A sample </a:t>
            </a:r>
            <a:r>
              <a:rPr lang="it-IT" sz="1800" b="1" i="0" u="sng" strike="noStrike" cap="none" spc="-42">
                <a:ln>
                  <a:noFill/>
                </a:ln>
                <a:solidFill>
                  <a:srgbClr val="D81EBF"/>
                </a:solidFill>
                <a:latin typeface="Arial"/>
                <a:ea typeface="Arial"/>
                <a:cs typeface="Arial"/>
              </a:rPr>
              <a:t>instancer </a:t>
            </a:r>
            <a:r>
              <a:rPr lang="it-IT" sz="1800" b="1" i="0" u="sng" strike="noStrike" cap="none" spc="-42">
                <a:ln>
                  <a:noFill/>
                </a:ln>
                <a:solidFill>
                  <a:srgbClr val="D81EBF"/>
                </a:solidFill>
                <a:latin typeface="Arial"/>
                <a:ea typeface="Arial"/>
                <a:cs typeface="Arial"/>
              </a:rPr>
              <a:t>is available on GitHub</a:t>
            </a:r>
            <a:endParaRPr lang="it-IT" sz="1800" b="1" i="0" u="sng" strike="noStrike" cap="none" spc="-42">
              <a:ln>
                <a:noFill/>
              </a:ln>
              <a:solidFill>
                <a:srgbClr val="D81EBF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defRPr/>
            </a:pPr>
            <a:r>
              <a:rPr lang="it-IT" sz="1800" b="1" i="0" u="none" strike="noStrike" cap="none" spc="-42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Use a shared instance</a:t>
            </a:r>
            <a:r>
              <a:rPr lang="it-IT" sz="1800" b="0" i="0" u="none" strike="noStrike" cap="none" spc="-42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: a little bit of custom orchestration would be needed in this case (currently not envisioned as part of the project)</a:t>
            </a:r>
            <a:endParaRPr sz="1800">
              <a:solidFill>
                <a:schemeClr val="bg1"/>
              </a:solidFill>
              <a:latin typeface="Arial"/>
            </a:endParaRPr>
          </a:p>
          <a:p>
            <a:pPr>
              <a:lnSpc>
                <a:spcPct val="114999"/>
              </a:lnSpc>
              <a:defRPr/>
            </a:pPr>
            <a:endParaRPr sz="1800">
              <a:solidFill>
                <a:schemeClr val="bg1"/>
              </a:solidFill>
            </a:endParaRPr>
          </a:p>
          <a:p>
            <a:pPr marL="0" indent="0">
              <a:lnSpc>
                <a:spcPct val="114999"/>
              </a:lnSpc>
              <a:buClr>
                <a:srgbClr val="D81EBF"/>
              </a:buClr>
              <a:buFont typeface="Arial"/>
              <a:buNone/>
              <a:defRPr/>
            </a:pPr>
            <a:r>
              <a:rPr lang="it-IT" sz="1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Different solutions are being explored as of now and feedback is highly welcomed!</a:t>
            </a:r>
            <a:endParaRPr sz="1800">
              <a:solidFill>
                <a:schemeClr val="bg1"/>
              </a:solidFill>
            </a:endParaRPr>
          </a:p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4865235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3544695" y="2305307"/>
            <a:ext cx="5016498" cy="561845"/>
          </a:xfrm>
          <a:prstGeom prst="rect">
            <a:avLst/>
          </a:prstGeom>
          <a:ln w="12700">
            <a:miter lim="400000"/>
          </a:ln>
        </p:spPr>
        <p:txBody>
          <a:bodyPr lIns="30478" tIns="30478" rIns="30478" bIns="30478"/>
          <a:lstStyle>
            <a:lvl1pPr defTabSz="914400">
              <a:defRPr sz="2400" spc="-42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>
              <a:lnSpc>
                <a:spcPct val="114999"/>
              </a:lnSpc>
              <a:defRPr/>
            </a:pPr>
            <a:r>
              <a:rPr lang="it-IT" sz="2600" b="1">
                <a:solidFill>
                  <a:schemeClr val="bg1"/>
                </a:solidFill>
                <a:latin typeface="Arial"/>
              </a:rPr>
              <a:t>Spread the word</a:t>
            </a:r>
            <a:endParaRPr sz="8000" b="1">
              <a:solidFill>
                <a:schemeClr val="bg1"/>
              </a:solidFill>
            </a:endParaRPr>
          </a:p>
        </p:txBody>
      </p:sp>
      <p:pic>
        <p:nvPicPr>
          <p:cNvPr id="10757657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54616" y="4885679"/>
            <a:ext cx="1694059" cy="1694059"/>
          </a:xfrm>
          <a:prstGeom prst="rect">
            <a:avLst/>
          </a:prstGeom>
        </p:spPr>
      </p:pic>
      <p:sp>
        <p:nvSpPr>
          <p:cNvPr id="2028094680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3544695" y="2867154"/>
            <a:ext cx="5016497" cy="561844"/>
          </a:xfrm>
          <a:prstGeom prst="rect">
            <a:avLst/>
          </a:prstGeom>
          <a:ln w="12700">
            <a:miter lim="400000"/>
          </a:ln>
        </p:spPr>
        <p:txBody>
          <a:bodyPr lIns="30478" tIns="30478" rIns="30478" bIns="30478"/>
          <a:lstStyle>
            <a:lvl1pPr defTabSz="914400">
              <a:defRPr sz="2400" spc="-42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>
              <a:lnSpc>
                <a:spcPct val="114999"/>
              </a:lnSpc>
              <a:defRPr/>
            </a:pPr>
            <a:r>
              <a:rPr lang="it-IT" sz="2600" b="1">
                <a:solidFill>
                  <a:schemeClr val="bg1"/>
                </a:solidFill>
                <a:latin typeface="Arial"/>
              </a:rPr>
              <a:t>Use it</a:t>
            </a:r>
            <a:endParaRPr sz="8000" b="1">
              <a:solidFill>
                <a:schemeClr val="bg1"/>
              </a:solidFill>
            </a:endParaRPr>
          </a:p>
        </p:txBody>
      </p:sp>
      <p:sp>
        <p:nvSpPr>
          <p:cNvPr id="1798478109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3544437" y="3429000"/>
            <a:ext cx="5016497" cy="561844"/>
          </a:xfrm>
          <a:prstGeom prst="rect">
            <a:avLst/>
          </a:prstGeom>
          <a:ln w="12700">
            <a:miter lim="400000"/>
          </a:ln>
        </p:spPr>
        <p:txBody>
          <a:bodyPr lIns="30478" tIns="30478" rIns="30478" bIns="30478"/>
          <a:lstStyle>
            <a:lvl1pPr defTabSz="914400">
              <a:defRPr sz="2400" spc="-42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>
              <a:lnSpc>
                <a:spcPct val="114999"/>
              </a:lnSpc>
              <a:defRPr/>
            </a:pPr>
            <a:r>
              <a:rPr lang="it-IT" sz="2600" b="1">
                <a:solidFill>
                  <a:schemeClr val="bg1"/>
                </a:solidFill>
                <a:latin typeface="Arial"/>
              </a:rPr>
              <a:t>Get feedback</a:t>
            </a:r>
            <a:endParaRPr sz="8000" b="1">
              <a:solidFill>
                <a:schemeClr val="bg1"/>
              </a:solidFill>
            </a:endParaRPr>
          </a:p>
        </p:txBody>
      </p:sp>
      <p:sp>
        <p:nvSpPr>
          <p:cNvPr id="1653039099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3544437" y="3990846"/>
            <a:ext cx="5016497" cy="561844"/>
          </a:xfrm>
          <a:prstGeom prst="rect">
            <a:avLst/>
          </a:prstGeom>
          <a:ln w="12700">
            <a:miter lim="400000"/>
          </a:ln>
        </p:spPr>
        <p:txBody>
          <a:bodyPr lIns="30478" tIns="30478" rIns="30478" bIns="30478"/>
          <a:lstStyle>
            <a:lvl1pPr defTabSz="914400">
              <a:defRPr sz="2400" spc="-42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>
              <a:lnSpc>
                <a:spcPct val="114999"/>
              </a:lnSpc>
              <a:defRPr/>
            </a:pPr>
            <a:r>
              <a:rPr lang="it-IT" sz="2600" b="1">
                <a:solidFill>
                  <a:schemeClr val="bg1"/>
                </a:solidFill>
                <a:latin typeface="Arial"/>
              </a:rPr>
              <a:t>Improve it!</a:t>
            </a:r>
            <a:endParaRPr sz="8000" b="1">
              <a:solidFill>
                <a:schemeClr val="bg1"/>
              </a:solidFill>
            </a:endParaRPr>
          </a:p>
        </p:txBody>
      </p:sp>
      <p:sp>
        <p:nvSpPr>
          <p:cNvPr id="669217261" name="Project…"/>
          <p:cNvSpPr txBox="1"/>
          <p:nvPr/>
        </p:nvSpPr>
        <p:spPr bwMode="auto">
          <a:xfrm flipH="0" flipV="0">
            <a:off x="3544695" y="6024825"/>
            <a:ext cx="5103329" cy="555093"/>
          </a:xfrm>
          <a:prstGeom prst="rect">
            <a:avLst/>
          </a:prstGeom>
          <a:ln w="12700">
            <a:miter lim="400000"/>
          </a:ln>
        </p:spPr>
        <p:txBody>
          <a:bodyPr wrap="square" lIns="30478" tIns="30478" rIns="30478" bIns="30478" anchor="ctr">
            <a:spAutoFit/>
          </a:bodyPr>
          <a:lstStyle/>
          <a:p>
            <a:pPr algn="ctr" defTabSz="548640">
              <a:lnSpc>
                <a:spcPct val="90000"/>
              </a:lnSpc>
              <a:defRPr sz="8000" spc="-146">
                <a:solidFill>
                  <a:srgbClr val="01CF89"/>
                </a:solidFill>
                <a:latin typeface="+mn-lt"/>
                <a:ea typeface="+mn-ea"/>
                <a:cs typeface="+mn-cs"/>
              </a:defRPr>
            </a:pPr>
            <a:r>
              <a:rPr lang="it-IT" sz="3600" b="1">
                <a:solidFill>
                  <a:schemeClr val="bg1"/>
                </a:solidFill>
                <a:latin typeface="Arial Black"/>
              </a:rPr>
              <a:t>Get involved!</a:t>
            </a:r>
            <a:endParaRPr sz="3600" b="1">
              <a:solidFill>
                <a:schemeClr val="bg1"/>
              </a:solidFill>
              <a:latin typeface="Arial Black"/>
            </a:endParaRPr>
          </a:p>
        </p:txBody>
      </p:sp>
      <p:sp>
        <p:nvSpPr>
          <p:cNvPr id="76952036" name="Project…"/>
          <p:cNvSpPr txBox="1"/>
          <p:nvPr/>
        </p:nvSpPr>
        <p:spPr bwMode="auto">
          <a:xfrm flipH="0" flipV="0">
            <a:off x="709439" y="5398281"/>
            <a:ext cx="11150008" cy="417933"/>
          </a:xfrm>
          <a:prstGeom prst="rect">
            <a:avLst/>
          </a:prstGeom>
          <a:ln w="12700">
            <a:miter lim="400000"/>
          </a:ln>
        </p:spPr>
        <p:txBody>
          <a:bodyPr wrap="square" lIns="30478" tIns="30478" rIns="30478" bIns="30478" anchor="ctr">
            <a:spAutoFit/>
          </a:bodyPr>
          <a:lstStyle/>
          <a:p>
            <a:pPr algn="ctr" defTabSz="548640">
              <a:lnSpc>
                <a:spcPct val="90000"/>
              </a:lnSpc>
              <a:defRPr sz="8000" spc="-146">
                <a:solidFill>
                  <a:srgbClr val="01CF89"/>
                </a:solidFill>
                <a:latin typeface="+mn-lt"/>
                <a:ea typeface="+mn-ea"/>
                <a:cs typeface="+mn-cs"/>
              </a:defRPr>
            </a:pPr>
            <a:r>
              <a:rPr lang="it-IT" sz="2600" b="1" u="sng">
                <a:solidFill>
                  <a:srgbClr val="D81EBF"/>
                </a:solidFill>
                <a:latin typeface="Arial Black"/>
              </a:rPr>
              <a:t>https://github.com/SECFORCE/droidground</a:t>
            </a:r>
            <a:endParaRPr sz="2600" b="1" u="sng">
              <a:solidFill>
                <a:srgbClr val="D81EBF"/>
              </a:solidFill>
              <a:latin typeface="Arial Black"/>
            </a:endParaRPr>
          </a:p>
        </p:txBody>
      </p:sp>
      <p:pic>
        <p:nvPicPr>
          <p:cNvPr id="76683576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9356235" y="2195577"/>
            <a:ext cx="1343152" cy="1343152"/>
          </a:xfrm>
          <a:prstGeom prst="rect">
            <a:avLst/>
          </a:prstGeom>
        </p:spPr>
      </p:pic>
      <p:sp>
        <p:nvSpPr>
          <p:cNvPr id="1157608481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7892368" y="3658712"/>
            <a:ext cx="4270887" cy="997626"/>
          </a:xfrm>
          <a:prstGeom prst="rect">
            <a:avLst/>
          </a:prstGeom>
          <a:ln w="12700">
            <a:miter lim="400000"/>
          </a:ln>
        </p:spPr>
        <p:txBody>
          <a:bodyPr lIns="30477" tIns="30477" rIns="30477" bIns="30477"/>
          <a:lstStyle>
            <a:lvl1pPr defTabSz="914400">
              <a:defRPr sz="2400" spc="-41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lnSpc>
                <a:spcPct val="114999"/>
              </a:lnSpc>
              <a:defRPr/>
            </a:pPr>
            <a:r>
              <a:rPr lang="it-IT" sz="2200" b="1">
                <a:solidFill>
                  <a:schemeClr val="bg1"/>
                </a:solidFill>
                <a:latin typeface="Arial"/>
              </a:rPr>
              <a:t>Upcoming CTF by Napwnli</a:t>
            </a:r>
            <a:endParaRPr sz="2200" b="1">
              <a:solidFill>
                <a:schemeClr val="bg1"/>
              </a:solidFill>
              <a:latin typeface="Arial"/>
            </a:endParaRPr>
          </a:p>
          <a:p>
            <a:pPr algn="ctr">
              <a:lnSpc>
                <a:spcPct val="114999"/>
              </a:lnSpc>
              <a:defRPr/>
            </a:pPr>
            <a:r>
              <a:rPr lang="it-IT" sz="2200" b="1" i="0" u="sng" strike="noStrike" cap="none" spc="-41">
                <a:ln>
                  <a:noFill/>
                </a:ln>
                <a:solidFill>
                  <a:srgbClr val="D81EBF"/>
                </a:solidFill>
                <a:latin typeface="Arial"/>
                <a:ea typeface="Arial"/>
                <a:cs typeface="Arial"/>
              </a:rPr>
              <a:t>https://napwn.li</a:t>
            </a:r>
            <a:endParaRPr sz="2200" b="1" u="sng">
              <a:solidFill>
                <a:srgbClr val="D81EBF"/>
              </a:solidFill>
            </a:endParaRPr>
          </a:p>
        </p:txBody>
      </p:sp>
      <p:sp>
        <p:nvSpPr>
          <p:cNvPr id="1365261658" name="Title 2"/>
          <p:cNvSpPr>
            <a:spLocks noGrp="1"/>
          </p:cNvSpPr>
          <p:nvPr>
            <p:ph type="title"/>
          </p:nvPr>
        </p:nvSpPr>
        <p:spPr bwMode="auto">
          <a:xfrm>
            <a:off x="457200" y="457200"/>
            <a:ext cx="11277599" cy="1233486"/>
          </a:xfrm>
        </p:spPr>
        <p:txBody>
          <a:bodyPr/>
          <a:lstStyle/>
          <a:p>
            <a:pPr algn="ctr">
              <a:defRPr/>
            </a:pPr>
            <a:r>
              <a:rPr lang="it-IT" sz="40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WHAT’S NEXT</a:t>
            </a:r>
            <a:endParaRPr/>
          </a:p>
        </p:txBody>
      </p:sp>
      <p:pic>
        <p:nvPicPr>
          <p:cNvPr id="2050853227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16199969">
            <a:off x="6084080" y="2346106"/>
            <a:ext cx="2457450" cy="17811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86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094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478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03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853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60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835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8597830" name="Methodology"/>
          <p:cNvSpPr txBox="1"/>
          <p:nvPr/>
        </p:nvSpPr>
        <p:spPr bwMode="auto">
          <a:xfrm flipH="0" flipV="0">
            <a:off x="869" y="2232345"/>
            <a:ext cx="12209441" cy="966573"/>
          </a:xfrm>
          <a:prstGeom prst="rect">
            <a:avLst/>
          </a:prstGeom>
          <a:ln w="12700">
            <a:miter lim="400000"/>
          </a:ln>
        </p:spPr>
        <p:txBody>
          <a:bodyPr lIns="30478" tIns="30478" rIns="30478" bIns="30478" anchor="ctr">
            <a:spAutoFit/>
          </a:bodyPr>
          <a:lstStyle/>
          <a:p>
            <a:pPr algn="ctr" defTabSz="548640">
              <a:lnSpc>
                <a:spcPct val="90000"/>
              </a:lnSpc>
              <a:defRPr sz="16000" spc="-294">
                <a:solidFill>
                  <a:srgbClr val="01CF89"/>
                </a:solidFill>
                <a:latin typeface="+mn-lt"/>
                <a:ea typeface="+mn-ea"/>
                <a:cs typeface="+mn-cs"/>
              </a:defRPr>
            </a:pPr>
            <a:r>
              <a:rPr lang="it-IT" sz="6600" b="1">
                <a:solidFill>
                  <a:schemeClr val="bg1"/>
                </a:solidFill>
                <a:latin typeface="Arial Black"/>
              </a:rPr>
              <a:t>THANKS FOR YOUR TIME!</a:t>
            </a:r>
            <a:endParaRPr/>
          </a:p>
        </p:txBody>
      </p:sp>
      <p:sp>
        <p:nvSpPr>
          <p:cNvPr id="92884487" name="Body Level One…"/>
          <p:cNvSpPr txBox="1"/>
          <p:nvPr/>
        </p:nvSpPr>
        <p:spPr bwMode="auto">
          <a:xfrm flipH="0" flipV="0">
            <a:off x="869" y="5211733"/>
            <a:ext cx="12496798" cy="528782"/>
          </a:xfrm>
          <a:prstGeom prst="rect">
            <a:avLst/>
          </a:prstGeom>
        </p:spPr>
        <p:txBody>
          <a:bodyPr anchor="t"/>
          <a:lstStyle>
            <a:lvl1pPr marL="0" marR="0" indent="0" algn="ctr" defTabSz="495298">
              <a:lnSpc>
                <a:spcPct val="100000"/>
              </a:lnSpc>
              <a:spcBef>
                <a:spcPts val="598"/>
              </a:spcBef>
              <a:spcAft>
                <a:spcPts val="598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0000"/>
                </a:solidFill>
                <a:latin typeface="Arial"/>
                <a:ea typeface="Helvetica Neue"/>
                <a:cs typeface="Helvetica Neue"/>
              </a:defRPr>
            </a:lvl1pPr>
            <a:lvl2pPr marL="0" marR="0" indent="0" algn="ctr" defTabSz="495298">
              <a:lnSpc>
                <a:spcPct val="100000"/>
              </a:lnSpc>
              <a:spcBef>
                <a:spcPts val="598"/>
              </a:spcBef>
              <a:spcAft>
                <a:spcPts val="598"/>
              </a:spcAft>
              <a:buClrTx/>
              <a:buSzTx/>
              <a:buFontTx/>
              <a:buNone/>
              <a:defRPr sz="2000" b="0" i="0" u="none" strike="noStrike" cap="none" spc="0">
                <a:solidFill>
                  <a:srgbClr val="000000"/>
                </a:solidFill>
                <a:latin typeface="Arial"/>
                <a:ea typeface="Helvetica Neue"/>
                <a:cs typeface="Helvetica Neue"/>
              </a:defRPr>
            </a:lvl2pPr>
            <a:lvl3pPr marL="0" marR="0" indent="0" algn="ctr" defTabSz="495298">
              <a:lnSpc>
                <a:spcPct val="100000"/>
              </a:lnSpc>
              <a:spcBef>
                <a:spcPts val="598"/>
              </a:spcBef>
              <a:spcAft>
                <a:spcPts val="598"/>
              </a:spcAft>
              <a:buClrTx/>
              <a:buSzTx/>
              <a:buFontTx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Helvetica Neue"/>
                <a:cs typeface="Helvetica Neue"/>
              </a:defRPr>
            </a:lvl3pPr>
            <a:lvl4pPr marL="0" marR="0" indent="0" algn="ctr" defTabSz="495298">
              <a:lnSpc>
                <a:spcPct val="100000"/>
              </a:lnSpc>
              <a:spcBef>
                <a:spcPts val="598"/>
              </a:spcBef>
              <a:spcAft>
                <a:spcPts val="598"/>
              </a:spcAft>
              <a:buClrTx/>
              <a:buSzTx/>
              <a:buFontTx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Helvetica Neue"/>
                <a:cs typeface="Helvetica Neue"/>
              </a:defRPr>
            </a:lvl4pPr>
            <a:lvl5pPr marL="0" marR="0" indent="0" algn="ctr" defTabSz="495298">
              <a:lnSpc>
                <a:spcPct val="100000"/>
              </a:lnSpc>
              <a:spcBef>
                <a:spcPts val="598"/>
              </a:spcBef>
              <a:spcAft>
                <a:spcPts val="598"/>
              </a:spcAft>
              <a:buClrTx/>
              <a:buSzTx/>
              <a:buFontTx/>
              <a:buNone/>
              <a:defRPr sz="1400" b="0" i="0" u="none" strike="noStrike" cap="none" spc="0">
                <a:solidFill>
                  <a:srgbClr val="000000"/>
                </a:solidFill>
                <a:latin typeface="Arial"/>
                <a:ea typeface="Helvetica Neue"/>
                <a:cs typeface="Helvetica Neue"/>
              </a:defRPr>
            </a:lvl5pPr>
            <a:lvl6pPr marL="2286000" marR="0" indent="-380998" algn="l" defTabSz="495298">
              <a:lnSpc>
                <a:spcPct val="120000"/>
              </a:lnSpc>
              <a:spcBef>
                <a:spcPts val="3538"/>
              </a:spcBef>
              <a:spcAft>
                <a:spcPts val="0"/>
              </a:spcAft>
              <a:buClrTx/>
              <a:buSzPct val="125000"/>
              <a:buFontTx/>
              <a:buChar char="•"/>
              <a:defRPr sz="3100" b="0" i="0" u="none" strike="noStrike" cap="none" spc="0">
                <a:solidFill>
                  <a:srgbClr val="000000"/>
                </a:solidFill>
                <a:latin typeface="Asap Regular"/>
                <a:ea typeface="Asap Regular"/>
                <a:cs typeface="Asap Regular"/>
              </a:defRPr>
            </a:lvl6pPr>
            <a:lvl7pPr marL="2666998" marR="0" indent="-380998" algn="l" defTabSz="495298">
              <a:lnSpc>
                <a:spcPct val="120000"/>
              </a:lnSpc>
              <a:spcBef>
                <a:spcPts val="3538"/>
              </a:spcBef>
              <a:spcAft>
                <a:spcPts val="0"/>
              </a:spcAft>
              <a:buClrTx/>
              <a:buSzPct val="125000"/>
              <a:buFontTx/>
              <a:buChar char="•"/>
              <a:defRPr sz="3100" b="0" i="0" u="none" strike="noStrike" cap="none" spc="0">
                <a:solidFill>
                  <a:srgbClr val="000000"/>
                </a:solidFill>
                <a:latin typeface="Asap Regular"/>
                <a:ea typeface="Asap Regular"/>
                <a:cs typeface="Asap Regular"/>
              </a:defRPr>
            </a:lvl7pPr>
            <a:lvl8pPr marL="3047998" marR="0" indent="-380998" algn="l" defTabSz="495298">
              <a:lnSpc>
                <a:spcPct val="120000"/>
              </a:lnSpc>
              <a:spcBef>
                <a:spcPts val="3538"/>
              </a:spcBef>
              <a:spcAft>
                <a:spcPts val="0"/>
              </a:spcAft>
              <a:buClrTx/>
              <a:buSzPct val="125000"/>
              <a:buFontTx/>
              <a:buChar char="•"/>
              <a:defRPr sz="3100" b="0" i="0" u="none" strike="noStrike" cap="none" spc="0">
                <a:solidFill>
                  <a:srgbClr val="000000"/>
                </a:solidFill>
                <a:latin typeface="Asap Regular"/>
                <a:ea typeface="Asap Regular"/>
                <a:cs typeface="Asap Regular"/>
              </a:defRPr>
            </a:lvl8pPr>
            <a:lvl9pPr marL="3429000" marR="0" indent="-380998" algn="l" defTabSz="495298">
              <a:lnSpc>
                <a:spcPct val="120000"/>
              </a:lnSpc>
              <a:spcBef>
                <a:spcPts val="3538"/>
              </a:spcBef>
              <a:spcAft>
                <a:spcPts val="0"/>
              </a:spcAft>
              <a:buClrTx/>
              <a:buSzPct val="125000"/>
              <a:buFontTx/>
              <a:buChar char="•"/>
              <a:defRPr sz="3100" b="0" i="0" u="none" strike="noStrike" cap="none" spc="0">
                <a:solidFill>
                  <a:srgbClr val="000000"/>
                </a:solidFill>
                <a:latin typeface="Asap Regular"/>
                <a:ea typeface="Asap Regular"/>
                <a:cs typeface="Asap Regular"/>
              </a:defRPr>
            </a:lvl9pPr>
          </a:lstStyle>
          <a:p>
            <a:pPr>
              <a:defRPr/>
            </a:pPr>
            <a:r>
              <a:rPr lang="it-IT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Angelo Delicato</a:t>
            </a:r>
            <a:endParaRPr lang="en-US" sz="2400" b="0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1917676238" name="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flipH="0" flipV="0">
            <a:off x="4579239" y="5885152"/>
            <a:ext cx="3340058" cy="5291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BlackHat EUROPE 2025">
  <a:themeElements>
    <a:clrScheme name="BlackHat Security">
      <a:dk1>
        <a:sysClr val="windowText" lastClr="000000"/>
      </a:dk1>
      <a:lt1>
        <a:sysClr val="window" lastClr="FFFFFF"/>
      </a:lt1>
      <a:dk2>
        <a:srgbClr val="000000"/>
      </a:dk2>
      <a:lt2>
        <a:srgbClr val="B2AFB1"/>
      </a:lt2>
      <a:accent1>
        <a:srgbClr val="5CC2E7"/>
      </a:accent1>
      <a:accent2>
        <a:srgbClr val="1A6690"/>
      </a:accent2>
      <a:accent3>
        <a:srgbClr val="253746"/>
      </a:accent3>
      <a:accent4>
        <a:srgbClr val="CFDC28"/>
      </a:accent4>
      <a:accent5>
        <a:srgbClr val="EB8B23"/>
      </a:accent5>
      <a:accent6>
        <a:srgbClr val="00A376"/>
      </a:accent6>
      <a:hlink>
        <a:srgbClr val="8F3B81"/>
      </a:hlink>
      <a:folHlink>
        <a:srgbClr val="96607D"/>
      </a:folHlink>
    </a:clrScheme>
    <a:fontScheme name="BlackHat Security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ONLYOFFICE/8.3.3.21</Application>
  <PresentationFormat>On-screen Show (4:3)</PresentationFormat>
  <Paragraphs>0</Paragraphs>
  <Slides>23</Slides>
  <Notes>23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Anayeli Collazo</dc:creator>
  <cp:lastModifiedBy/>
  <cp:revision>15</cp:revision>
  <dcterms:created xsi:type="dcterms:W3CDTF">2025-10-29T20:26:28Z</dcterms:created>
  <dcterms:modified xsi:type="dcterms:W3CDTF">2025-11-03T15:17:26Z</dcterms:modified>
</cp:coreProperties>
</file>